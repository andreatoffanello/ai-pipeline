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autonoma di codice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ad alta qualità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funzionale e visiva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Toffanello — Febbraio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48FF">
              <a:alpha val="9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22860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pipeline.sh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&lt;feature-name&gt;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comando.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Sei agenti.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Zero supervisione.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0" y="1280160"/>
            <a:ext cx="6400800" cy="4846320"/>
          </a:xfrm>
          <a:prstGeom prst="rect">
            <a:avLst/>
          </a:prstGeom>
          <a:solidFill>
            <a:srgbClr val="0048FF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577840" y="1463040"/>
            <a:ext cx="5943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Visione e Obiettivo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Perché una pipeline autonoma per codice production-grade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Architettura Generale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 6 agenti, il flusso, i gate binari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 Agenti nel Dettaglio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PM, Design Reviewer, Developer, QA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 Sistema di Gate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Verdict APPROVED/REJECTED, retry con feedback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Check Deterministici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Lint, build, test — prima del gate AI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&amp; Verifica Visiva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Screenshot, MCP browser, visual regression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Configurazione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pipeline.yaml, prompts, conventions, skills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Mode &amp; Scalabilità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Esecuzione multi-feature, gestione stato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09//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Risultati, limiti, evoluzioni future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panoramica completa dell'architettura, delle meccaniche e delle configurazioni della pipeline di generazione codice basata su agenti AI — pensata per produrre artefatti di qualità production-grade senza intervento umano.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Visione e Obiettivo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la produzione completamente autonoma di codice production-grade: di altissima qualità funzionale e visiva, strutturato, manutenibile, prodotto con processi che non richiedono supervisione esterna.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2918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615184"/>
            <a:ext cx="3291840" cy="21945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Qualità Funzionale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criterio di accettazione verificato via browser reale. Test visivi con Playwright, non solo code review statica.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560320"/>
            <a:ext cx="3291840" cy="54864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615184"/>
            <a:ext cx="3291840" cy="21945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Qualità Visiva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awwwards: hover state, transizioni, responsive, dark mode, design tokens. Nessun compromesso estetico.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560320"/>
            <a:ext cx="32918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2615184"/>
            <a:ext cx="3291840" cy="21945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Autonomia Totale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200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singolo comando avvia l'intera pipeline. Sei agenti collaborano con gate automatici e retry. Zero intervento umano.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 "genera codice", ma produce artefatti di qualità professionale tramite un processo ingegnerizzato."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Architettura Generale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pipeline esegue 6 step sequenziali, ciascuno orchestrato da un agente AI specializzato. Ogni step di review agisce come gate binario: APPROVED o REJECTED.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46304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→ Spec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31720" y="1828800"/>
            <a:ext cx="146304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DR-SPEC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Spec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0" y="1828800"/>
            <a:ext cx="1463040" cy="9144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97880" y="1828800"/>
            <a:ext cx="146304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DR-IMPL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Impl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80960" y="1828800"/>
            <a:ext cx="146304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Visivi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64040" y="1828800"/>
            <a:ext cx="1463040" cy="9144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6404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DEV-FIX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640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Correggi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 rot="2700000">
            <a:off x="2926080" y="2788920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rot="2700000">
            <a:off x="6492240" y="2788920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rot="2700000">
            <a:off x="8275320" y="2788920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REJECTED → Retry con feedback (max 2)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APPROVED → Procede allo step successivo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pipeline.sh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0" y="42519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Bash — orchestra tutti gli step, gestisce retry, token budget, stato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" y="4599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lib/claude.sh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0" y="45994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per Claude Code CLI — costruisce i flag --allowedTools, --model, --mcp, gestisce timeout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lib/verdict.sh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0" y="494690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del verdetto APPROVED/REJECTED dall'output dell'agente, estrae feedback per retry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" y="5294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lib/verify.sh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0" y="52943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check deterministici (lint, build, test) post-implementazione, prima del gate AI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" y="5641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lib/context.sh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0" y="56418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 contesto cross-step (file modificati, step completati) in un JSON condiviso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lib/prompt.sh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0" y="5989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Assembla il prompt completo: contesto globale + brief + feedback revisione + prompt base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PM — Product Manager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PM riceve un brief testuale e produce una specifica funzionale completa. Esplora il codebase, legge le conventions del progetto, e genera user stories, criteri di accettazione in formato BDD, edge cases e note tecniche.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029200" cy="38404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1945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Input: briefs/search-bar.md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"Aggiungere una barra di ricerca globale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nella navbar con autocomplete e risultati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raggruppati per tipo (pagina, utente, doc)."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specs/search-bar.md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Obiettivo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User Stories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Come utente, voglio cercare...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Criteri di Accettazione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### AC-001: Ricerca base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**Dato** la navbar è visibile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**Quando** l'utente digita nel campo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**Allora** compaiono risultati filtrati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Edge Cases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Note Tecniche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Contesto letto dal PM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conventions/visual.md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1719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awwwards: hover, focus, transizioni, responsive, dark mode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5029200" cy="548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conventions/stack.md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2359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tecnologico: Nuxt 3, Vue 3, Pinia, UnoCSS...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5029200" cy="548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761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conventions/code.md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struttura file, JSDoc, max 200 righe/file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3383280"/>
            <a:ext cx="5029200" cy="5486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briefs/&lt;feature&gt;.md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brief testuale della feature da specificare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Punti chiave: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Formato BDD obbligatorio (Dato/Quando/Allora)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892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corregge una spec esistente: elenca ogni REV corretta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deterministico: specs/&lt;feature&gt;.md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5623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 scrive codice — solo specifica funzionale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DR-SPEC — Design Reviewer (Specifica)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gate binario. Il DR-SPEC valuta la specifica su 6 dimensioni: completezza, chiarezza, consistenza, fattibilità, testabilità, qualità estetica. Nessuno stato intermedio: APPROVED o REJECTED.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3152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Completezza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casi d'uso coperti? Edge cases?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3152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Chiarezza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898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verificabili senza ambiguità?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73152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Consistenza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contraddizioni tra i criteri?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73152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Fattibilità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121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realistici con lo stack?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606040"/>
            <a:ext cx="73152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Testabilità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898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criterio verificabile con Playwright?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383280"/>
            <a:ext cx="73152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Qualità Estetica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Hover, transizioni, responsive, dark mode?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064240" cy="2103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meccanismo del Verdetto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lib/verdict.sh estrae il verdetto dall'output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verdict_parse()  # APPROVED | REJECTED | UNCLEAR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Se REJECTED → estrae feedback (REV-001...)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Feedback passato all'autore per correzione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Max 2 retry — dopo: abort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Retry:  PM ←→ DR-SPEC | DEV ←→ DR-IMPL | QA ←→ DEV-FIX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DEV — Developer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sviluppatore legge spec, conventions e skills prima di scrivere una riga di codice. Esplora il codebase, pianifica, implementa e verifica visivamente con Playwright.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116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Vincoli non negoziabili del Developer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Zero TypeScript — solo .js e .vue con JSDoc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Zero CSS hardcoded — solo design tokens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var(--space-md), var(--color-primary)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Zero stringhe hardcoded — solo chiavi i18n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$t('search.placeholder')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Max ~200 righe per file .vue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data-testid su elementi interattivi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Verifica visiva post-implementazione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pnpm lint --no-fix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pnpm build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pnpm test --run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Playwright: navigate → snapshot → screenshot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&amp; Conventions lette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463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conventions/stack.md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16733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3, Vue 3, Pinia, UnoCSS, auto-import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conventions/visual.md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176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tokens, tipografia, spaziature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conventions/code.md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679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struttura file, anti-pattern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skills/component.md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3182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componenti Vue: script setup → template → style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skills/store.md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Pinia store con patterns standard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skills/page.md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187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pagine Nuxt, route, layout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skills/playwright.md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4690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usare MCP Playwright per test visivi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Post-implementazione (obbligatorio):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5394960"/>
            <a:ext cx="5029200" cy="10058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5486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pnpm lint --no-fix     # Violazioni?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pnpm build             # Errori import/sintassi?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pnpm test --run        # Regressioni?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Playwright navigate    # Verifica visiva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4-5: DR-IMPL &amp; QA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394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DR-IMPL — Design Review Implementazione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 l'implementazione con la spec approvata. Non fa solo code review: esplora attivamente l'UI via Playwright.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94960" cy="5943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Code Quality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max 200 righe, zero CSS hardcoded, JSDoc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5943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0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Visual Quality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64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state, focus, transizioni, responsive 375px, dark mode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394960" cy="59436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 Functional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AC implementato, stati UI, edge cases, ARIA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394960" cy="18288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5720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Esplorazione Playwright obbligatoria: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browser_navigate → route feature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browser_scroll → below the fold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browser_click → tutti gli elementi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browser_hover → hover state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browser_resize(375px) → mobile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browser_evaluate → dark mode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browser_snapshot + screenshot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5394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 — Quality Assurance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1645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ogni criterio di accettazione con interazioni reali nel browser. Non legge il codice: naviga, clicca, scrolla, fa screenshot.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1440×900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criteri di accettazione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834640"/>
            <a:ext cx="5394960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 375×812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responsive, touch target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383280"/>
            <a:ext cx="5394960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401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Mode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3401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Inversione colori, contrasto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5394960" cy="4572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 UI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3950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error, empty, populated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480560"/>
            <a:ext cx="5394960" cy="18288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45720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qa/&lt;feature&gt;-qa.md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ogni criterio: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Risultato:  PASS / FAIL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Verificato: URL, azioni, viewport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Screenshot: screenshots/&lt;feature&gt;-ac001.png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Visiva:     PASS/FAIL + motivazione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Ri-validazione post DEV-FIX: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[RE-TEST]    → era PASS, verifica regressioni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[FIX-VERIFY] → era FAIL, verifica correzione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Sistema di Gate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step di review (DR-SPEC, DR-IMPL, QA) agisce come gate binario. La pipeline estrae il verdetto dall'output dell'agente, gestisce i retry e propaga il feedback all'agente autore per la correzione.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743200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Procede allo step successivo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7432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Retry con feedback strutturato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920240"/>
            <a:ext cx="7772400" cy="25603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20116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lib/verdict.sh — Estrazione verdetto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verdict_parse() {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output="$1"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Pattern matching: cerca APPROVED o REJECTED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nell'ultima sezione "Valutazione Generale"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echo "$output" | grep -qi "APPROVED"; then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"APPROVED"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echo "$output" | grep -qi "REJECTED"; then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"REJECTED"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"UNCLEAR"  # fallback → trattato come REJECTED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Feedback estratto: tutte le REV-XXX con descrizione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Iniettato nel prompt del retry successivo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L'autore DEVE rispondere a ogni REV singolarmente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di ri-validazione (prompt_build_revalidation_context):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10698480" cy="9601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RI-VALIDAZIONE (retry 1/2). Revisioni aperte: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REV-001: Manca hover state sul bottone    REV-002: Dark mode non invertisce bg dropdown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ISTRUZIONI: 1. Leggi file aggiornato  2. Cerca correzione per ogni REV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3. Marca "RESOLVED ✓" o "OPEN ✗"  4. Tutte RESOLVED + 0 NEW → APPROVED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Verify: Check Deterministici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del gate AI, la pipeline esegue check deterministici configurabili (lint, build, test). Se falliscono, l'errore viene iniettato nel prompt di retry del developer — senza passare dal reviewer.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6459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1920240"/>
            <a:ext cx="1828800" cy="64008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build + test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 → Gate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FAIL → DEV retry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Configurazione in pipeline.yaml: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5029200" cy="22860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commands: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lint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cmd: "pnpm lint --no-fix"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build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cmd: "pnpm build"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test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cmd: "pnpm test --run"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after_steps: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dev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dev-fix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Iniezione errori nel prompt: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291840"/>
            <a:ext cx="5303520" cy="25603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33832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verify_get_errors() inietta l'output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dei check falliti nel prompt di retry: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VERIFY FAILED: lint (exit 1) ===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pnpm lint --no-fix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/src/components/SearchBar.vue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12:5  error  'ref' is defined but never used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45:3  error  Unexpected console.log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Il developer riceve questi errori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come contesto per la correzione.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 3000 char (troncato se più lungo).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check deterministici catturano errori oggettivi (import mancanti, violazioni lint, build rotti) che gli agenti AI possono non rilevare nella code review. Sono il primo filtro prima della revisione AI.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Playwright &amp; Verifica Visiva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pipeline gestisce automaticamente il dev server e inietta istruzioni di verifica visiva obbligatoria nel prompt di ogni step che richiede Playwright. Gli screenshot sono organizzati per feature/step.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di vita del dev server: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303520" cy="32918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774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lib/playwright.sh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Prima della pipeline: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playwright_require_server()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server_is_up? → OK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altrimenti: auto-start da pipeline.yaml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project.dev_start: "pnpm dev"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project.dev_start_timeout: 30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Prima di ogni step con playwright: true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playwright_check_step()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ri-verifica server attivo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crea dir screenshot/&lt;feature&gt;/&lt;step&gt;/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inietta istruzione nel prompt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Istruzione iniettata: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"VERIFICA VISIVA OBBLIGATORIA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curl per verificare server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browser_navigate + browser_snapshot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browser_scroll per below-the-fold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Basare conclusioni su browser, non codice"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Organizzazione screenshot: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5029200" cy="25603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3774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ai-pipeline/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screenshots/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search-bar/           # per feature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dev/                # per step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01-navbar.png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02-dropdown.png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03-mobile.png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dr-impl/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01-hover-check.png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02-dark-mode.png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qa/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01-ac001-desktop.png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02-ac001-mobile.png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03-ac002-error.png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Cosa riceve l'agente nel prompt: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5394960"/>
            <a:ext cx="5029200" cy="11887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5486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 VISIVA OBBLIGATORIA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 dev server è attivo su http://localhost:3000.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**Non è accettabile:**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Fare solo code review statica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Saltare la verifica nel browser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Fermarsi al contenuto above the fold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Configurazione: pipeline.yaml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singolo file YAML definisce l'intera pipeline: step, modelli AI, tool concessi, MCP server, retry, token budget e dev server.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6400800" cy="493776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46304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"my-app"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project: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dev_port: 3000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dev_start: "pnpm dev"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dev_start_timeout: 30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providers: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anthropic: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sonnet              # modello base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model_escalation: opus     # dopo retry falliti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max_tokens: 16000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thinking_budget: 10000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defaults: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allowed_tools: "Read,Write,Edit,Bash,Glob,Grep"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max_retries: 2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pm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prompt_section: pm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allowed_tools: "Read,Write,Edit,Glob,Grep"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dr-spec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gate: true                 # ← gate binario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max_retries: 2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dev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playwright: true           # ← Playwright MCP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mcp_servers: [playwright]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dr-impl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gate: true | playwright: true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qa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gate: true | playwright: true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dev-fix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playwright: true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0" y="1645920"/>
            <a:ext cx="54864" cy="45720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pipeline e progetto. Usato nei prompt per contesto globale.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2377440"/>
            <a:ext cx="54864" cy="45720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server: porta, comando avvio, timeout. La pipeline avvia automaticamente se necessario.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3200400"/>
            <a:ext cx="54864" cy="45720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3200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AI base + escalation. Se dopo max_retries il gate è ancora REJECTED, scala a opus.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4023360"/>
            <a:ext cx="54864" cy="45720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globali per tool e retry. Ogni step può sovrascrivere.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4846320"/>
            <a:ext cx="54864" cy="45720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846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step definisce: prompt, tool concessi, gate (bool), playwright (bool), MCP servers.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5669280"/>
            <a:ext cx="54864" cy="457200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5669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gate step (dr-spec, dr-impl, qa) hanno verdetto APPROVED/REJECTED con retry.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Sistema dei Prompt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prompt vengono assemblati dinamicamente da prompt_build(): contesto globale + brief (per PM) + feedback revisione (per retry) + prompt base dallo step. Ogni agente riceve istruzioni specifiche e il contesto necessario.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20240"/>
            <a:ext cx="10241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prompt_build() — Assemblaggio del prompt completo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1. CONTESTO GLOBALE                  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"Stai lavorando nel progetto: my-app"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"Directory pipeline: /path/ai-pipeline"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"App/Layer target: frontend"      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2. CONTESTO CROSS-STEP (context/&lt;feature&gt;.json)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{ "files_modified": [...], "steps_completed": }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→ downstream agents sanno cosa è stato fatto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3. BRIEF (solo per step PM)          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Letto da briefs/&lt;feature&gt;.md      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Se non esiste: richiesto interattivamente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4. FEEDBACK REVISIONE (solo per retry)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"NON ri-esplorare il codebase da zero."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"NON riscrivere file da zero. Usa Edit."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+ lista REV dal reviewer          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5. ISTRUZIONE PLAYWRIGHT (se step.playwright=true)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"VERIFICA VISIVA OBBLIGATORIA..." 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Iniettata da playwright_check_step()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├─────────────────────────────────────────────────────┤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6. PROMPT BASE (da prompts/&lt;step&gt;.md)   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Le istruzioni specifiche per il ruolo           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PM → scrivi spec | DEV → implementa | QA → testa│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Batch Mode &amp; Scalabilità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pipeline supporta l'esecuzione sequenziale di multiple feature tramite batch mode, con stato persistente, resume da interruzioni e notifiche macOS.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Esecuzione batch: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031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Singola feature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pipeline.sh search-bar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Batch: lista di feature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pipeline.sh --batch features.txt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features.txt: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search-bar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user-profile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notification-center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dark-mode-toggle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Resume da interruzione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pipeline.sh search-bar --from dev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a uno step specifico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pipeline.sh search-bar --from qa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Gestione stato: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1031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state.json — stato feature corrente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"feature": "search-bar",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"current_step": "dev",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"retry_count": 1,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"steps_completed": ["pm", "dr-spec"],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"started_at": "2026-02-25T10:00:00Z"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batch-state.json — stato batch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"features": ["search-bar", "user-profile"],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"completed": ["search-bar"],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"current": "user-profile",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"failed": []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--from &lt;step&gt;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5120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Riprende da uno step specifico (utile dopo interruzioni)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367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--batch &lt;file&gt;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5367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una lista di feature in sequenza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5614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Notifiche macOS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5614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osascript invia notifiche di completamento/errore per ogni step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861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Escalation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5861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retry falliti, scala da sonnet a opus automaticamente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6108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Budget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61081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+ thinking_budget configurabili per step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Struttura del Progetto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486400" cy="50292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09728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ai-pipeline/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pipeline.sh          # Entry point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pipeline.yaml        # Config completa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                 # Moduli Bash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config.sh        #  Parser YAML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claude.sh        #  Wrapper Claude CLI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prompt.sh        #  Build prompt dinamico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verdict.sh       #  APPROVED/REJECTED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verify.sh        #  lint/build/test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context.sh       #  Contesto cross-step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playwright.sh    #  Dev server + MCP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prompts/             # Prompt agenti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pm.md / dev.md / qa.md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dr-spec.md / dr-impl.md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dev-fix.md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conventions/         # Standard progetto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visual.md  stack.md  code.md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              # Guide patterns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component.md  store.md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page.md  playwright.md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5303520" cy="502920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09728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Artefatti generati per feature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briefs/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&lt;feature&gt;.md       # Input brief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&lt;feature&gt;.md       # Output PM: spec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&lt;feature&gt;-spec.md  # Output DR-SPEC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&lt;feature&gt;-impl.md  # Output DR-IMPL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&lt;feature&gt;-qa.md    # Output QA: report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&lt;feature&gt;.json     # Stato cross-step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&lt;feature&gt;-&lt;step&gt;.log  # Log check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screenshots/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&lt;feature&gt;/&lt;step&gt;/  # Screenshot PW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644652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004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01//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30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Autonomia completa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2852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comando, zero supervisione. Sei agenti specializzati collaborano attraverso gate binari automatici.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Qualità garantita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630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deterministici (lint/build/test) + review AI + test visivi Playwright. Tre livelli di validazione.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strutturato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4407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REJECTED produce REV numerate. L'autore corregge, il reviewer ri-valida punto per punto.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892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Configurabile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51846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YAML definisce step, modelli, tool, retry, dev server. Adattabile a qualsiasi progetto.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5669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5961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 per N feature. Resume da interruzioni. Escalation modello automatica.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48FF">
              <a:alpha val="9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pipeline.sh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&lt;your-feature&gt;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Pipeline — Produzione Autonoma di Codice Production-Grade</dc:title>
  <dc:subject>PptxGenJS Presentation</dc:subject>
  <dc:creator>Andrea Toffanello</dc:creator>
  <cp:lastModifiedBy>Andrea Toffanello</cp:lastModifiedBy>
  <cp:revision>1</cp:revision>
  <dcterms:created xsi:type="dcterms:W3CDTF">2026-02-25T10:07:33Z</dcterms:created>
  <dcterms:modified xsi:type="dcterms:W3CDTF">2026-02-25T10:07:33Z</dcterms:modified>
</cp:coreProperties>
</file>