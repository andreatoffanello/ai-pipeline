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6" r:id="rId6"/>
    <p:sldId id="257" r:id="rId7"/>
    <p:sldId id="261" r:id="rId8"/>
    <p:sldId id="259" r:id="rId9"/>
    <p:sldId id="262" r:id="rId10"/>
    <p:sldId id="263" r:id="rId11"/>
    <p:sldId id="258" r:id="rId12"/>
    <p:sldId id="264" r:id="rId13"/>
    <p:sldId id="265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FF"/>
    <a:srgbClr val="042433"/>
    <a:srgbClr val="171717"/>
    <a:srgbClr val="F0F6FF"/>
    <a:srgbClr val="F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4A48F-4406-3C49-9D9F-255F00ABCC0A}" v="2" dt="2026-02-17T12:19:0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4"/>
    <p:restoredTop sz="94715"/>
  </p:normalViewPr>
  <p:slideViewPr>
    <p:cSldViewPr snapToGrid="0">
      <p:cViewPr varScale="1">
        <p:scale>
          <a:sx n="114" d="100"/>
          <a:sy n="114" d="100"/>
        </p:scale>
        <p:origin x="53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Toffanello" userId="452e7aa6-7434-4895-b360-bbd05ffb7e87" providerId="ADAL" clId="{37586F02-DACA-5F2F-9FB6-8BAD15EEE4F0}"/>
    <pc:docChg chg="undo custSel addSld delSld modSld sldOrd modMainMaster">
      <pc:chgData name="Andrea Toffanello" userId="452e7aa6-7434-4895-b360-bbd05ffb7e87" providerId="ADAL" clId="{37586F02-DACA-5F2F-9FB6-8BAD15EEE4F0}" dt="2026-02-17T12:54:25.272" v="2847"/>
      <pc:docMkLst>
        <pc:docMk/>
      </pc:docMkLst>
      <pc:sldChg chg="addSp delSp modSp new mod">
        <pc:chgData name="Andrea Toffanello" userId="452e7aa6-7434-4895-b360-bbd05ffb7e87" providerId="ADAL" clId="{37586F02-DACA-5F2F-9FB6-8BAD15EEE4F0}" dt="2026-02-17T12:19:01.208" v="2844" actId="1076"/>
        <pc:sldMkLst>
          <pc:docMk/>
          <pc:sldMk cId="3526211286" sldId="256"/>
        </pc:sldMkLst>
        <pc:spChg chg="mod">
          <ac:chgData name="Andrea Toffanello" userId="452e7aa6-7434-4895-b360-bbd05ffb7e87" providerId="ADAL" clId="{37586F02-DACA-5F2F-9FB6-8BAD15EEE4F0}" dt="2026-02-17T12:19:01.208" v="2844" actId="1076"/>
          <ac:spMkLst>
            <pc:docMk/>
            <pc:sldMk cId="3526211286" sldId="256"/>
            <ac:spMk id="2" creationId="{B9837B5F-387A-B24E-6807-C9116E5A434F}"/>
          </ac:spMkLst>
        </pc:spChg>
        <pc:spChg chg="add del mod">
          <ac:chgData name="Andrea Toffanello" userId="452e7aa6-7434-4895-b360-bbd05ffb7e87" providerId="ADAL" clId="{37586F02-DACA-5F2F-9FB6-8BAD15EEE4F0}" dt="2026-02-17T12:18:57.437" v="2842"/>
          <ac:spMkLst>
            <pc:docMk/>
            <pc:sldMk cId="3526211286" sldId="256"/>
            <ac:spMk id="4" creationId="{4870D1EF-EFD4-17B2-E12C-CC8EE7449FC0}"/>
          </ac:spMkLst>
        </pc:spChg>
      </pc:sldChg>
      <pc:sldMasterChg chg="modSldLayout">
        <pc:chgData name="Andrea Toffanello" userId="452e7aa6-7434-4895-b360-bbd05ffb7e87" providerId="ADAL" clId="{37586F02-DACA-5F2F-9FB6-8BAD15EEE4F0}" dt="2026-02-17T12:54:25.272" v="2847"/>
        <pc:sldMasterMkLst>
          <pc:docMk/>
          <pc:sldMasterMk cId="1580766565" sldId="2147483648"/>
        </pc:sldMasterMkLst>
        <pc:sldLayoutChg chg="addSp delSp modSp mod">
          <pc:chgData name="Andrea Toffanello" userId="452e7aa6-7434-4895-b360-bbd05ffb7e87" providerId="ADAL" clId="{37586F02-DACA-5F2F-9FB6-8BAD15EEE4F0}" dt="2026-02-17T12:54:25.272" v="2847"/>
          <pc:sldLayoutMkLst>
            <pc:docMk/>
            <pc:sldMasterMk cId="1580766565" sldId="2147483648"/>
            <pc:sldLayoutMk cId="452191314" sldId="2147483649"/>
          </pc:sldLayoutMkLst>
          <pc:spChg chg="add del mod">
            <ac:chgData name="Andrea Toffanello" userId="452e7aa6-7434-4895-b360-bbd05ffb7e87" providerId="ADAL" clId="{37586F02-DACA-5F2F-9FB6-8BAD15EEE4F0}" dt="2026-02-17T12:54:25.272" v="2847"/>
            <ac:spMkLst>
              <pc:docMk/>
              <pc:sldMasterMk cId="1580766565" sldId="2147483648"/>
              <pc:sldLayoutMk cId="452191314" sldId="2147483649"/>
              <ac:spMk id="4" creationId="{A82B23AD-95A0-E433-5EBB-0B73F9D43E6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D4AD1F1-A129-53A9-FC07-06DE42DCA7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C50AE62-1E53-19FE-EF5F-32013C48C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ABA6C-2888-6B49-87A2-9D4CC555DD5E}" type="datetimeFigureOut">
              <a:rPr lang="it-IT" smtClean="0"/>
              <a:t>17/02/26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8DCE09-5878-1EA3-5844-00F2A381D7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D480C3D-4643-61C3-5E87-0A34EEF7FE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4E545-698E-F344-9D33-3075F4A973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287563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A19E7-3F09-6A4F-BA13-3DBC475406C2}" type="datetimeFigureOut">
              <a:rPr lang="it-IT" smtClean="0"/>
              <a:t>17/02/26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D18F8-504A-DD40-80DF-955A9CE237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0858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DF590C-3CC4-A2F7-CE19-5BF7FB7F2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549275"/>
            <a:ext cx="7056439" cy="2771775"/>
          </a:xfrm>
        </p:spPr>
        <p:txBody>
          <a:bodyPr anchor="b"/>
          <a:lstStyle>
            <a:lvl1pPr algn="l">
              <a:defRPr sz="4000" b="1" i="0">
                <a:solidFill>
                  <a:schemeClr val="bg2">
                    <a:lumMod val="10000"/>
                  </a:schemeClr>
                </a:solidFill>
                <a:latin typeface="Rethink Sans ExtraBold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FEDA21-7D3B-A381-6F92-A859755C4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536949"/>
            <a:ext cx="7056439" cy="2879725"/>
          </a:xfrm>
          <a:ln w="28575">
            <a:noFill/>
          </a:ln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sp>
        <p:nvSpPr>
          <p:cNvPr id="14" name="Segnaposto data 3">
            <a:extLst>
              <a:ext uri="{FF2B5EF4-FFF2-40B4-BE49-F238E27FC236}">
                <a16:creationId xmlns:a16="http://schemas.microsoft.com/office/drawing/2014/main" id="{D8F60BA4-2C20-4621-4289-952D92BC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660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>02/12/25</a:t>
            </a:r>
          </a:p>
        </p:txBody>
      </p:sp>
      <p:sp>
        <p:nvSpPr>
          <p:cNvPr id="15" name="Segnaposto piè di pagina 4">
            <a:extLst>
              <a:ext uri="{FF2B5EF4-FFF2-40B4-BE49-F238E27FC236}">
                <a16:creationId xmlns:a16="http://schemas.microsoft.com/office/drawing/2014/main" id="{6ACFE4EC-5D77-79CA-584F-4FD6CFD5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338" y="6660000"/>
            <a:ext cx="3743326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>Titolo del documento</a:t>
            </a:r>
            <a:endParaRPr lang="it-IT" dirty="0"/>
          </a:p>
        </p:txBody>
      </p:sp>
      <p:sp>
        <p:nvSpPr>
          <p:cNvPr id="17" name="Segnaposto numero diapositiva 5">
            <a:extLst>
              <a:ext uri="{FF2B5EF4-FFF2-40B4-BE49-F238E27FC236}">
                <a16:creationId xmlns:a16="http://schemas.microsoft.com/office/drawing/2014/main" id="{B8A2AAA7-4EBB-F0FA-3F07-7152B458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3562" y="6660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>// </a:t>
            </a:r>
            <a:fld id="{B0379C00-A7F0-FC4A-A315-5F593AF20193}" type="slidenum">
              <a:rPr lang="it-IT" smtClean="0"/>
              <a:pPr/>
              <a:t>‹N›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191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0777F-7334-2FCC-557A-13C2BDEB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4" y="549275"/>
            <a:ext cx="7056439" cy="1800225"/>
          </a:xfrm>
        </p:spPr>
        <p:txBody>
          <a:bodyPr anchor="t"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C45DE7-135E-EA06-5B2F-47DE18F51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528887"/>
            <a:ext cx="7056439" cy="38877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cxnSp>
        <p:nvCxnSpPr>
          <p:cNvPr id="8" name="Connettore dritto 7">
            <a:extLst>
              <a:ext uri="{FF2B5EF4-FFF2-40B4-BE49-F238E27FC236}">
                <a16:creationId xmlns:a16="http://schemas.microsoft.com/office/drawing/2014/main" id="{ABF7CC76-4F46-B923-4AFB-C3CF4C24BCF9}"/>
              </a:ext>
            </a:extLst>
          </p:cNvPr>
          <p:cNvCxnSpPr>
            <a:cxnSpLocks/>
          </p:cNvCxnSpPr>
          <p:nvPr userDrawn="1"/>
        </p:nvCxnSpPr>
        <p:spPr>
          <a:xfrm>
            <a:off x="0" y="6624000"/>
            <a:ext cx="12192000" cy="0"/>
          </a:xfrm>
          <a:prstGeom prst="line">
            <a:avLst/>
          </a:prstGeom>
          <a:ln w="6350">
            <a:solidFill>
              <a:srgbClr val="0048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egnaposto data 3">
            <a:extLst>
              <a:ext uri="{FF2B5EF4-FFF2-40B4-BE49-F238E27FC236}">
                <a16:creationId xmlns:a16="http://schemas.microsoft.com/office/drawing/2014/main" id="{359031E9-5D0C-6A80-D76A-C265A9EE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3563" y="6678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7" name="Segnaposto piè di pagina 4">
            <a:extLst>
              <a:ext uri="{FF2B5EF4-FFF2-40B4-BE49-F238E27FC236}">
                <a16:creationId xmlns:a16="http://schemas.microsoft.com/office/drawing/2014/main" id="{F4EF3580-AD5F-BDD2-3309-11321AB5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33252"/>
            <a:ext cx="3673475" cy="18000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/>
              <a:t>Titolo del documento</a:t>
            </a:r>
          </a:p>
        </p:txBody>
      </p:sp>
      <p:sp>
        <p:nvSpPr>
          <p:cNvPr id="18" name="Segnaposto numero diapositiva 5">
            <a:extLst>
              <a:ext uri="{FF2B5EF4-FFF2-40B4-BE49-F238E27FC236}">
                <a16:creationId xmlns:a16="http://schemas.microsoft.com/office/drawing/2014/main" id="{2A93C625-84E0-D105-EA34-71B1A4C6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678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>
                <a:solidFill>
                  <a:srgbClr val="0048FF"/>
                </a:solidFill>
              </a:rPr>
              <a:t>//</a:t>
            </a:r>
            <a:r>
              <a:rPr lang="it-IT" dirty="0"/>
              <a:t> </a:t>
            </a:r>
            <a:fld id="{B0379C00-A7F0-FC4A-A315-5F593AF20193}" type="slidenum">
              <a:rPr lang="it-IT" smtClean="0"/>
              <a:pPr algn="l"/>
              <a:t>‹N›</a:t>
            </a:fld>
            <a:r>
              <a:rPr lang="it-IT" dirty="0"/>
              <a:t> 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57B4474-4332-2297-7EF4-E731D4C69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cxnSp>
        <p:nvCxnSpPr>
          <p:cNvPr id="20" name="Connettore dritto 19">
            <a:extLst>
              <a:ext uri="{FF2B5EF4-FFF2-40B4-BE49-F238E27FC236}">
                <a16:creationId xmlns:a16="http://schemas.microsoft.com/office/drawing/2014/main" id="{451A13BC-0ACB-AC0B-B080-3B2A17472F52}"/>
              </a:ext>
            </a:extLst>
          </p:cNvPr>
          <p:cNvCxnSpPr>
            <a:cxnSpLocks/>
          </p:cNvCxnSpPr>
          <p:nvPr userDrawn="1"/>
        </p:nvCxnSpPr>
        <p:spPr>
          <a:xfrm>
            <a:off x="0" y="250340"/>
            <a:ext cx="12192000" cy="0"/>
          </a:xfrm>
          <a:prstGeom prst="line">
            <a:avLst/>
          </a:prstGeom>
          <a:ln w="6350">
            <a:solidFill>
              <a:srgbClr val="0048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egnaposto piè di pagina 4">
            <a:extLst>
              <a:ext uri="{FF2B5EF4-FFF2-40B4-BE49-F238E27FC236}">
                <a16:creationId xmlns:a16="http://schemas.microsoft.com/office/drawing/2014/main" id="{9A01CB4F-C31B-F7A2-AF74-77239CA6D7CD}"/>
              </a:ext>
            </a:extLst>
          </p:cNvPr>
          <p:cNvSpPr txBox="1">
            <a:spLocks/>
          </p:cNvSpPr>
          <p:nvPr userDrawn="1"/>
        </p:nvSpPr>
        <p:spPr>
          <a:xfrm>
            <a:off x="8183563" y="33252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800" b="0" i="0" kern="12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/>
              <a:t>thetisit.com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883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neve, schermata, inverno, paesaggio&#10;&#10;Il contenuto generato dall'IA potrebbe non essere corretto.">
            <a:extLst>
              <a:ext uri="{FF2B5EF4-FFF2-40B4-BE49-F238E27FC236}">
                <a16:creationId xmlns:a16="http://schemas.microsoft.com/office/drawing/2014/main" id="{7952E618-74FC-6A5F-EF23-F40E42925C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18612" r="18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6B45124-5273-01E0-C865-E4435484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549275"/>
            <a:ext cx="11522073" cy="12588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DBC86C-EC69-9478-F373-15D5F3E6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11522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B50BBE-6CEB-7503-72AF-8705C8E6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83563" y="6671561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68774E-DB8B-ECF5-1889-CAA447035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24338" y="6660000"/>
            <a:ext cx="3743326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defRPr>
            </a:lvl1pPr>
          </a:lstStyle>
          <a:p>
            <a:r>
              <a:rPr lang="it-IT">
                <a:latin typeface="Sometype Mono" panose="020B0009020203030204" pitchFamily="49" charset="77"/>
              </a:rPr>
              <a:t>Titolo del documento</a:t>
            </a:r>
            <a:endParaRPr lang="it-IT" dirty="0">
              <a:latin typeface="Sometype Mono" panose="020B0009020203030204" pitchFamily="49" charset="77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E11B4E-9958-2DA2-B6D0-41383315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678000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/>
              <a:t>// </a:t>
            </a:r>
            <a:fld id="{B0379C00-A7F0-FC4A-A315-5F593AF20193}" type="slidenum">
              <a:rPr lang="it-IT" smtClean="0"/>
              <a:pPr algn="l"/>
              <a:t>‹N›</a:t>
            </a:fld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76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2">
              <a:lumMod val="10000"/>
            </a:schemeClr>
          </a:solidFill>
          <a:latin typeface="Rethink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3772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2092" userDrawn="1">
          <p15:clr>
            <a:srgbClr val="F26B43"/>
          </p15:clr>
        </p15:guide>
        <p15:guide id="7" orient="horz" pos="346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  <p15:guide id="9" pos="7469" userDrawn="1">
          <p15:clr>
            <a:srgbClr val="F26B43"/>
          </p15:clr>
        </p15:guide>
        <p15:guide id="10" pos="211" userDrawn="1">
          <p15:clr>
            <a:srgbClr val="F26B43"/>
          </p15:clr>
        </p15:guide>
        <p15:guide id="11" pos="2525" userDrawn="1">
          <p15:clr>
            <a:srgbClr val="F26B43"/>
          </p15:clr>
        </p15:guide>
        <p15:guide id="12" pos="5155" userDrawn="1">
          <p15:clr>
            <a:srgbClr val="F26B43"/>
          </p15:clr>
        </p15:guide>
        <p15:guide id="13" pos="2661" userDrawn="1">
          <p15:clr>
            <a:srgbClr val="F26B43"/>
          </p15:clr>
        </p15:guide>
        <p15:guide id="14" pos="5019" userDrawn="1">
          <p15:clr>
            <a:srgbClr val="F26B43"/>
          </p15:clr>
        </p15:guide>
        <p15:guide id="15" orient="horz" pos="1480" userDrawn="1">
          <p15:clr>
            <a:srgbClr val="F26B43"/>
          </p15:clr>
        </p15:guide>
        <p15:guide id="16" orient="horz" pos="1593" userDrawn="1">
          <p15:clr>
            <a:srgbClr val="F26B43"/>
          </p15:clr>
        </p15:guide>
        <p15:guide id="17" orient="horz" pos="2840" userDrawn="1">
          <p15:clr>
            <a:srgbClr val="F26B43"/>
          </p15:clr>
        </p15:guide>
        <p15:guide id="18" orient="horz" pos="2727" userDrawn="1">
          <p15:clr>
            <a:srgbClr val="F26B43"/>
          </p15:clr>
        </p15:guide>
        <p15:guide id="19" orient="horz" pos="2228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1139" userDrawn="1">
          <p15:clr>
            <a:srgbClr val="F26B43"/>
          </p15:clr>
        </p15:guide>
        <p15:guide id="22" pos="574" userDrawn="1">
          <p15:clr>
            <a:srgbClr val="F26B43"/>
          </p15:clr>
        </p15:guide>
        <p15:guide id="23" pos="7106" userDrawn="1">
          <p15:clr>
            <a:srgbClr val="F26B43"/>
          </p15:clr>
        </p15:guide>
        <p15:guide id="24" pos="4021" userDrawn="1">
          <p15:clr>
            <a:srgbClr val="F26B43"/>
          </p15:clr>
        </p15:guide>
        <p15:guide id="25" pos="36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837B5F-387A-B24E-6807-C9116E5A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TITOLO PRESENTAZIONE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5D7BF-7C9E-5076-70D6-1570096DA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321051"/>
            <a:ext cx="7056439" cy="3095624"/>
          </a:xfrm>
        </p:spPr>
        <p:txBody>
          <a:bodyPr/>
          <a:lstStyle/>
          <a:p>
            <a:r>
              <a:rPr lang="it-IT" dirty="0"/>
              <a:t>Sottotitolo della presentazione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62BCACF-5A9A-7C86-4EBE-69A21351774D}"/>
              </a:ext>
            </a:extLst>
          </p:cNvPr>
          <p:cNvSpPr txBox="1">
            <a:spLocks/>
          </p:cNvSpPr>
          <p:nvPr/>
        </p:nvSpPr>
        <p:spPr>
          <a:xfrm>
            <a:off x="334964" y="549275"/>
            <a:ext cx="672201" cy="2771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  <a:endParaRPr lang="it-IT" dirty="0">
              <a:latin typeface="Rethink Sans ExtraBold" pitchFamily="2" charset="77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6FFE524-946A-5795-615A-6A6294D1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76" y="5607292"/>
            <a:ext cx="792162" cy="8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1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B7A0-8649-7C0B-5DF0-E8A7642D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schermata, cerchio&#10;&#10;Il contenuto generato dall'IA potrebbe non essere corretto.">
            <a:extLst>
              <a:ext uri="{FF2B5EF4-FFF2-40B4-BE49-F238E27FC236}">
                <a16:creationId xmlns:a16="http://schemas.microsoft.com/office/drawing/2014/main" id="{5CFC846C-2C04-2AA1-457B-CDE0A699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E1A774A-8A8B-8D66-87CC-32317ACC2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TITOLO PRESENTAZIONE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F17EF5-5CEB-5E70-CAAC-DEF16E0BA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321051"/>
            <a:ext cx="7056439" cy="3095624"/>
          </a:xfrm>
        </p:spPr>
        <p:txBody>
          <a:bodyPr/>
          <a:lstStyle/>
          <a:p>
            <a:r>
              <a:rPr lang="it-IT" dirty="0"/>
              <a:t>Con immagine di sfondo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2CF21913-5FDB-E5C4-B780-F00B3DD862A4}"/>
              </a:ext>
            </a:extLst>
          </p:cNvPr>
          <p:cNvSpPr txBox="1">
            <a:spLocks/>
          </p:cNvSpPr>
          <p:nvPr/>
        </p:nvSpPr>
        <p:spPr>
          <a:xfrm>
            <a:off x="334964" y="549275"/>
            <a:ext cx="672201" cy="2771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  <a:endParaRPr lang="it-IT" dirty="0">
              <a:latin typeface="Rethink Sans ExtraBold" pitchFamily="2" charset="77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83B612D-53FC-1CA1-BE4C-AB66034C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76" y="5607292"/>
            <a:ext cx="792162" cy="8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6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Slide titolo + paragrafo di testo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Ut </a:t>
            </a:r>
            <a:r>
              <a:rPr lang="it-IT" dirty="0" err="1"/>
              <a:t>enim</a:t>
            </a:r>
            <a:r>
              <a:rPr lang="it-IT" dirty="0"/>
              <a:t> ad </a:t>
            </a:r>
            <a:r>
              <a:rPr lang="it-IT" dirty="0" err="1"/>
              <a:t>minim</a:t>
            </a:r>
            <a:r>
              <a:rPr lang="it-IT" dirty="0"/>
              <a:t> </a:t>
            </a:r>
            <a:r>
              <a:rPr lang="it-IT" dirty="0" err="1"/>
              <a:t>veniam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nostrud</a:t>
            </a:r>
            <a:r>
              <a:rPr lang="it-IT" dirty="0"/>
              <a:t> </a:t>
            </a:r>
            <a:r>
              <a:rPr lang="it-IT" dirty="0" err="1"/>
              <a:t>exercitation</a:t>
            </a:r>
            <a:r>
              <a:rPr lang="it-IT" dirty="0"/>
              <a:t> </a:t>
            </a:r>
            <a:r>
              <a:rPr lang="it-IT" dirty="0" err="1"/>
              <a:t>ullamco</a:t>
            </a:r>
            <a:r>
              <a:rPr lang="it-IT" dirty="0"/>
              <a:t> </a:t>
            </a:r>
            <a:r>
              <a:rPr lang="it-IT" dirty="0" err="1"/>
              <a:t>laboris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ut </a:t>
            </a:r>
            <a:r>
              <a:rPr lang="it-IT" dirty="0" err="1"/>
              <a:t>aliquip</a:t>
            </a:r>
            <a:r>
              <a:rPr lang="it-IT" dirty="0"/>
              <a:t> ex ea commodo </a:t>
            </a:r>
            <a:r>
              <a:rPr lang="it-IT" dirty="0" err="1"/>
              <a:t>consequat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aute</a:t>
            </a:r>
            <a:r>
              <a:rPr lang="it-IT" dirty="0"/>
              <a:t> </a:t>
            </a:r>
            <a:r>
              <a:rPr lang="it-IT" dirty="0" err="1"/>
              <a:t>irure</a:t>
            </a:r>
            <a:r>
              <a:rPr lang="it-IT" dirty="0"/>
              <a:t> dolor in </a:t>
            </a:r>
            <a:r>
              <a:rPr lang="it-IT" dirty="0" err="1"/>
              <a:t>reprehenderit</a:t>
            </a:r>
            <a:r>
              <a:rPr lang="it-IT" dirty="0"/>
              <a:t> in </a:t>
            </a:r>
            <a:r>
              <a:rPr lang="it-IT" dirty="0" err="1"/>
              <a:t>voluptate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esse </a:t>
            </a:r>
            <a:r>
              <a:rPr lang="it-IT" dirty="0" err="1"/>
              <a:t>cillum</a:t>
            </a:r>
            <a:r>
              <a:rPr lang="it-IT" dirty="0"/>
              <a:t> dolore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fugiat</a:t>
            </a:r>
            <a:r>
              <a:rPr lang="it-IT" dirty="0"/>
              <a:t> nulla </a:t>
            </a:r>
            <a:r>
              <a:rPr lang="it-IT" dirty="0" err="1"/>
              <a:t>pariatur</a:t>
            </a:r>
            <a:r>
              <a:rPr lang="it-IT" dirty="0"/>
              <a:t>. </a:t>
            </a: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Titolo del documento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D45D-E462-5C95-52B1-3B7A9849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41F113-0738-C4B6-4CF8-B42AE00CE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Indice / agenda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9AAF4C5-CF3A-4B8E-C2CB-79E8F17E6731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EA7140A3-C438-5336-2CCF-7259EB83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del documento</a:t>
            </a:r>
            <a:endParaRPr lang="it-IT" sz="8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22D909-0015-FE97-F6BB-BF494065664B}"/>
              </a:ext>
            </a:extLst>
          </p:cNvPr>
          <p:cNvSpPr/>
          <p:nvPr/>
        </p:nvSpPr>
        <p:spPr>
          <a:xfrm>
            <a:off x="6383338" y="1808163"/>
            <a:ext cx="5473700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01//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Punto uno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	</a:t>
            </a: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01.01//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Sotto punto uno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	</a:t>
            </a: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01.02//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Sotto punto due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02//</a:t>
            </a:r>
            <a:r>
              <a:rPr lang="it-IT" dirty="0">
                <a:solidFill>
                  <a:srgbClr val="0048FF"/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Punto due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03//</a:t>
            </a:r>
            <a:r>
              <a:rPr lang="it-IT" dirty="0">
                <a:solidFill>
                  <a:srgbClr val="0048FF"/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Punto tre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	</a:t>
            </a: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03.01//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Sotto punto uno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	03.02//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Sotto punto due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04//</a:t>
            </a:r>
            <a:r>
              <a:rPr lang="it-IT" dirty="0">
                <a:solidFill>
                  <a:srgbClr val="0048FF"/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Punto quattro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rgbClr val="0048FF">
                    <a:alpha val="50000"/>
                  </a:srgbClr>
                </a:solidFill>
                <a:latin typeface="Sometype Mono" panose="020B0009020203030204" pitchFamily="49" charset="77"/>
              </a:rPr>
              <a:t>05//</a:t>
            </a:r>
            <a:r>
              <a:rPr lang="it-IT" dirty="0">
                <a:solidFill>
                  <a:srgbClr val="0048FF"/>
                </a:solidFill>
                <a:latin typeface="Sometype Mono" panose="020B0009020203030204" pitchFamily="49" charset="77"/>
              </a:rPr>
              <a:t> </a:t>
            </a: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rPr>
              <a:t>Punto cinque</a:t>
            </a: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C55DB347-9CB6-35B9-1978-2718EA26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1808164"/>
            <a:ext cx="4897437" cy="4500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/>
              <a:t>Ut </a:t>
            </a:r>
            <a:r>
              <a:rPr lang="it-IT" dirty="0" err="1"/>
              <a:t>enim</a:t>
            </a:r>
            <a:r>
              <a:rPr lang="it-IT" dirty="0"/>
              <a:t> ad </a:t>
            </a:r>
            <a:r>
              <a:rPr lang="it-IT" dirty="0" err="1"/>
              <a:t>minim</a:t>
            </a:r>
            <a:r>
              <a:rPr lang="it-IT" dirty="0"/>
              <a:t> </a:t>
            </a:r>
            <a:r>
              <a:rPr lang="it-IT" dirty="0" err="1"/>
              <a:t>veniam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nostrud</a:t>
            </a:r>
            <a:r>
              <a:rPr lang="it-IT" dirty="0"/>
              <a:t> </a:t>
            </a:r>
            <a:r>
              <a:rPr lang="it-IT" dirty="0" err="1"/>
              <a:t>exercitation</a:t>
            </a:r>
            <a:r>
              <a:rPr lang="it-IT" dirty="0"/>
              <a:t> </a:t>
            </a:r>
            <a:r>
              <a:rPr lang="it-IT" dirty="0" err="1"/>
              <a:t>ullamco</a:t>
            </a:r>
            <a:r>
              <a:rPr lang="it-IT" dirty="0"/>
              <a:t> </a:t>
            </a:r>
            <a:r>
              <a:rPr lang="it-IT" dirty="0" err="1"/>
              <a:t>laboris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ut </a:t>
            </a:r>
            <a:r>
              <a:rPr lang="it-IT" dirty="0" err="1"/>
              <a:t>aliquip</a:t>
            </a:r>
            <a:r>
              <a:rPr lang="it-IT" dirty="0"/>
              <a:t> ex ea commodo </a:t>
            </a:r>
            <a:r>
              <a:rPr lang="it-IT" dirty="0" err="1"/>
              <a:t>consequat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aute</a:t>
            </a:r>
            <a:r>
              <a:rPr lang="it-IT" dirty="0"/>
              <a:t> </a:t>
            </a:r>
            <a:r>
              <a:rPr lang="it-IT" dirty="0" err="1"/>
              <a:t>irure</a:t>
            </a:r>
            <a:r>
              <a:rPr lang="it-IT" dirty="0"/>
              <a:t> dolor in </a:t>
            </a:r>
            <a:r>
              <a:rPr lang="it-IT" dirty="0" err="1"/>
              <a:t>reprehenderit</a:t>
            </a:r>
            <a:r>
              <a:rPr lang="it-IT" dirty="0"/>
              <a:t> in </a:t>
            </a:r>
            <a:r>
              <a:rPr lang="it-IT" dirty="0" err="1"/>
              <a:t>voluptate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esse </a:t>
            </a:r>
            <a:r>
              <a:rPr lang="it-IT" dirty="0" err="1"/>
              <a:t>cillum</a:t>
            </a:r>
            <a:r>
              <a:rPr lang="it-IT" dirty="0"/>
              <a:t> dolore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fugiat</a:t>
            </a:r>
            <a:r>
              <a:rPr lang="it-IT" dirty="0"/>
              <a:t> nulla </a:t>
            </a:r>
            <a:r>
              <a:rPr lang="it-IT" dirty="0" err="1"/>
              <a:t>pariatur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14E6042-7AFF-73B1-B00D-13AFF55B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B9E84501-114B-E911-1708-E805B3C7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4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092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595D-691C-699C-9C58-79A7ED65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5DB68EC0-4677-983D-69DE-F8918063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01"/>
          <a:stretch>
            <a:fillRect/>
          </a:stretch>
        </p:blipFill>
        <p:spPr>
          <a:xfrm>
            <a:off x="8183563" y="0"/>
            <a:ext cx="580866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76F743E-0BF0-FD29-4A85-1272675C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6439143" cy="1258887"/>
          </a:xfrm>
        </p:spPr>
        <p:txBody>
          <a:bodyPr anchor="t"/>
          <a:lstStyle/>
          <a:p>
            <a:r>
              <a:rPr lang="it-IT" dirty="0"/>
              <a:t>Slide testo largo + immagine lato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F339DA-37FD-E0DE-F991-4B492C747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349499"/>
            <a:ext cx="6403976" cy="395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/>
              <a:t>Ut </a:t>
            </a:r>
            <a:r>
              <a:rPr lang="it-IT" dirty="0" err="1"/>
              <a:t>enim</a:t>
            </a:r>
            <a:r>
              <a:rPr lang="it-IT" dirty="0"/>
              <a:t> ad </a:t>
            </a:r>
            <a:r>
              <a:rPr lang="it-IT" dirty="0" err="1"/>
              <a:t>minim</a:t>
            </a:r>
            <a:r>
              <a:rPr lang="it-IT" dirty="0"/>
              <a:t> </a:t>
            </a:r>
            <a:r>
              <a:rPr lang="it-IT" dirty="0" err="1"/>
              <a:t>veniam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nostrud</a:t>
            </a:r>
            <a:r>
              <a:rPr lang="it-IT" dirty="0"/>
              <a:t> </a:t>
            </a:r>
            <a:r>
              <a:rPr lang="it-IT" dirty="0" err="1"/>
              <a:t>exercitation</a:t>
            </a:r>
            <a:r>
              <a:rPr lang="it-IT" dirty="0"/>
              <a:t> </a:t>
            </a:r>
            <a:r>
              <a:rPr lang="it-IT" dirty="0" err="1"/>
              <a:t>ullamco</a:t>
            </a:r>
            <a:r>
              <a:rPr lang="it-IT" dirty="0"/>
              <a:t> </a:t>
            </a:r>
            <a:r>
              <a:rPr lang="it-IT" dirty="0" err="1"/>
              <a:t>laboris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ut </a:t>
            </a:r>
            <a:r>
              <a:rPr lang="it-IT" dirty="0" err="1"/>
              <a:t>aliquip</a:t>
            </a:r>
            <a:r>
              <a:rPr lang="it-IT" dirty="0"/>
              <a:t> ex ea commodo </a:t>
            </a:r>
            <a:r>
              <a:rPr lang="it-IT" dirty="0" err="1"/>
              <a:t>consequat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aute</a:t>
            </a:r>
            <a:r>
              <a:rPr lang="it-IT" dirty="0"/>
              <a:t> </a:t>
            </a:r>
            <a:r>
              <a:rPr lang="it-IT" dirty="0" err="1"/>
              <a:t>irure</a:t>
            </a:r>
            <a:r>
              <a:rPr lang="it-IT" dirty="0"/>
              <a:t> dolor in </a:t>
            </a:r>
            <a:r>
              <a:rPr lang="it-IT" dirty="0" err="1"/>
              <a:t>reprehenderit</a:t>
            </a:r>
            <a:r>
              <a:rPr lang="it-IT" dirty="0"/>
              <a:t> in </a:t>
            </a:r>
            <a:r>
              <a:rPr lang="it-IT" dirty="0" err="1"/>
              <a:t>voluptate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esse </a:t>
            </a:r>
            <a:r>
              <a:rPr lang="it-IT" dirty="0" err="1"/>
              <a:t>cillum</a:t>
            </a:r>
            <a:r>
              <a:rPr lang="it-IT" dirty="0"/>
              <a:t> dolore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fugiat</a:t>
            </a:r>
            <a:r>
              <a:rPr lang="it-IT" dirty="0"/>
              <a:t> nulla </a:t>
            </a:r>
            <a:r>
              <a:rPr lang="it-IT" dirty="0" err="1"/>
              <a:t>pariatur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2F574714-2550-35AD-F3DC-42220391D8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</a:rPr>
              <a:t>//</a:t>
            </a:r>
          </a:p>
          <a:p>
            <a:pPr algn="r"/>
            <a:endParaRPr lang="it-IT" dirty="0">
              <a:solidFill>
                <a:srgbClr val="0048FF"/>
              </a:solidFill>
            </a:endParaRP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1BEF770B-C59B-96E7-73CC-B318C02F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del documento</a:t>
            </a:r>
            <a:endParaRPr lang="it-IT" sz="800" dirty="0"/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29AF3087-FAFE-5FC0-D2EA-A95C0AC5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106C9C3-04AF-4010-6CC4-D7755A12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5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825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6443-34D8-56E2-A10B-7EF3B4F6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DDE0DF6A-A405-5580-791D-DAADA9A0E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09" b="8318"/>
          <a:stretch>
            <a:fillRect/>
          </a:stretch>
        </p:blipFill>
        <p:spPr>
          <a:xfrm>
            <a:off x="4853354" y="0"/>
            <a:ext cx="7338646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2D33645-5428-8B4D-8A47-07844E46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7" y="549276"/>
            <a:ext cx="3924542" cy="1258887"/>
          </a:xfrm>
        </p:spPr>
        <p:txBody>
          <a:bodyPr anchor="t"/>
          <a:lstStyle/>
          <a:p>
            <a:r>
              <a:rPr lang="it-IT" dirty="0"/>
              <a:t>Slide testo + </a:t>
            </a:r>
            <a:br>
              <a:rPr lang="it-IT" dirty="0"/>
            </a:br>
            <a:r>
              <a:rPr lang="it-IT" dirty="0"/>
              <a:t>immagine grande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0B47DA-588B-4B5F-E816-81220564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349499"/>
            <a:ext cx="3313114" cy="395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BA661638-C6E6-E39D-6017-351747CCF129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</a:rPr>
              <a:t>//</a:t>
            </a:r>
          </a:p>
          <a:p>
            <a:pPr algn="r"/>
            <a:endParaRPr lang="it-IT" dirty="0">
              <a:solidFill>
                <a:srgbClr val="0048FF"/>
              </a:solidFill>
            </a:endParaRP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3A5D6A7-E797-319B-F1AC-E83A3C6B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>
                <a:solidFill>
                  <a:schemeClr val="bg2"/>
                </a:solidFill>
              </a:rPr>
              <a:t>Titolo del documento</a:t>
            </a:r>
            <a:endParaRPr lang="it-IT" sz="800" dirty="0">
              <a:solidFill>
                <a:schemeClr val="bg2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7D611E-F3F4-FDE4-FE1E-8FF6DDBF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512943-546F-E40E-137A-8C2510F8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6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8296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14655-95B0-ABDC-4B5E-B42B8777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4B1D9AA6-2760-6D44-6D4C-28F8724E5F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11" b="2327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C621ED5B-FC4C-5741-3892-A22A7127D8E1}"/>
              </a:ext>
            </a:extLst>
          </p:cNvPr>
          <p:cNvSpPr/>
          <p:nvPr/>
        </p:nvSpPr>
        <p:spPr>
          <a:xfrm>
            <a:off x="0" y="0"/>
            <a:ext cx="6383338" cy="6858000"/>
          </a:xfrm>
          <a:prstGeom prst="rect">
            <a:avLst/>
          </a:prstGeom>
          <a:solidFill>
            <a:schemeClr val="tx1">
              <a:alpha val="6023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96AC590-CF81-C654-17A3-C28834D6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7" y="549276"/>
            <a:ext cx="4897436" cy="1258887"/>
          </a:xfrm>
        </p:spPr>
        <p:txBody>
          <a:bodyPr anchor="t"/>
          <a:lstStyle/>
          <a:p>
            <a:r>
              <a:rPr lang="it-IT" dirty="0">
                <a:solidFill>
                  <a:schemeClr val="bg2"/>
                </a:solidFill>
              </a:rPr>
              <a:t>Slide testo su immagine a tutto campo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B9B14E-14C1-F8A4-21AF-1F3DAB9BD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3" y="2349499"/>
            <a:ext cx="4897439" cy="395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>
                <a:solidFill>
                  <a:schemeClr val="bg2"/>
                </a:solidFill>
              </a:rPr>
              <a:t>Lorem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ipsum</a:t>
            </a:r>
            <a:r>
              <a:rPr lang="it-IT" dirty="0">
                <a:solidFill>
                  <a:schemeClr val="bg2"/>
                </a:solidFill>
              </a:rPr>
              <a:t> dolor </a:t>
            </a:r>
            <a:r>
              <a:rPr lang="it-IT" dirty="0" err="1">
                <a:solidFill>
                  <a:schemeClr val="bg2"/>
                </a:solidFill>
              </a:rPr>
              <a:t>sit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amet</a:t>
            </a:r>
            <a:r>
              <a:rPr lang="it-IT" dirty="0">
                <a:solidFill>
                  <a:schemeClr val="bg2"/>
                </a:solidFill>
              </a:rPr>
              <a:t>, </a:t>
            </a:r>
            <a:r>
              <a:rPr lang="it-IT" dirty="0" err="1">
                <a:solidFill>
                  <a:schemeClr val="bg2"/>
                </a:solidFill>
              </a:rPr>
              <a:t>consectetur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adipiscing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elit</a:t>
            </a:r>
            <a:r>
              <a:rPr lang="it-IT" dirty="0">
                <a:solidFill>
                  <a:schemeClr val="bg2"/>
                </a:solidFill>
              </a:rPr>
              <a:t>, sed do </a:t>
            </a:r>
            <a:r>
              <a:rPr lang="it-IT" dirty="0" err="1">
                <a:solidFill>
                  <a:schemeClr val="bg2"/>
                </a:solidFill>
              </a:rPr>
              <a:t>eiusmod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tempor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incididunt</a:t>
            </a:r>
            <a:r>
              <a:rPr lang="it-IT" dirty="0">
                <a:solidFill>
                  <a:schemeClr val="bg2"/>
                </a:solidFill>
              </a:rPr>
              <a:t> ut labore et dolore magna </a:t>
            </a:r>
            <a:r>
              <a:rPr lang="it-IT" dirty="0" err="1">
                <a:solidFill>
                  <a:schemeClr val="bg2"/>
                </a:solidFill>
              </a:rPr>
              <a:t>aliqua</a:t>
            </a:r>
            <a:r>
              <a:rPr lang="it-IT" dirty="0">
                <a:solidFill>
                  <a:schemeClr val="bg2"/>
                </a:solidFill>
              </a:rPr>
              <a:t>. </a:t>
            </a:r>
          </a:p>
          <a:p>
            <a:pPr marL="0" indent="0">
              <a:buNone/>
            </a:pPr>
            <a:r>
              <a:rPr lang="it-IT" dirty="0">
                <a:solidFill>
                  <a:schemeClr val="bg2"/>
                </a:solidFill>
              </a:rPr>
              <a:t>Ut </a:t>
            </a:r>
            <a:r>
              <a:rPr lang="it-IT" dirty="0" err="1">
                <a:solidFill>
                  <a:schemeClr val="bg2"/>
                </a:solidFill>
              </a:rPr>
              <a:t>enim</a:t>
            </a:r>
            <a:r>
              <a:rPr lang="it-IT" dirty="0">
                <a:solidFill>
                  <a:schemeClr val="bg2"/>
                </a:solidFill>
              </a:rPr>
              <a:t> ad </a:t>
            </a:r>
            <a:r>
              <a:rPr lang="it-IT" dirty="0" err="1">
                <a:solidFill>
                  <a:schemeClr val="bg2"/>
                </a:solidFill>
              </a:rPr>
              <a:t>minim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veniam</a:t>
            </a:r>
            <a:r>
              <a:rPr lang="it-IT" dirty="0">
                <a:solidFill>
                  <a:schemeClr val="bg2"/>
                </a:solidFill>
              </a:rPr>
              <a:t>, </a:t>
            </a:r>
            <a:r>
              <a:rPr lang="it-IT" dirty="0" err="1">
                <a:solidFill>
                  <a:schemeClr val="bg2"/>
                </a:solidFill>
              </a:rPr>
              <a:t>quis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nostrud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exercitation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ullamco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laboris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nisi</a:t>
            </a:r>
            <a:r>
              <a:rPr lang="it-IT" dirty="0">
                <a:solidFill>
                  <a:schemeClr val="bg2"/>
                </a:solidFill>
              </a:rPr>
              <a:t> ut </a:t>
            </a:r>
            <a:r>
              <a:rPr lang="it-IT" dirty="0" err="1">
                <a:solidFill>
                  <a:schemeClr val="bg2"/>
                </a:solidFill>
              </a:rPr>
              <a:t>aliquip</a:t>
            </a:r>
            <a:r>
              <a:rPr lang="it-IT" dirty="0">
                <a:solidFill>
                  <a:schemeClr val="bg2"/>
                </a:solidFill>
              </a:rPr>
              <a:t> ex ea commodo </a:t>
            </a:r>
            <a:r>
              <a:rPr lang="it-IT" dirty="0" err="1">
                <a:solidFill>
                  <a:schemeClr val="bg2"/>
                </a:solidFill>
              </a:rPr>
              <a:t>consequat</a:t>
            </a:r>
            <a:r>
              <a:rPr lang="it-IT" dirty="0">
                <a:solidFill>
                  <a:schemeClr val="bg2"/>
                </a:solidFill>
              </a:rPr>
              <a:t>. </a:t>
            </a:r>
          </a:p>
          <a:p>
            <a:pPr marL="0" indent="0">
              <a:buNone/>
            </a:pPr>
            <a:r>
              <a:rPr lang="it-IT" dirty="0" err="1">
                <a:solidFill>
                  <a:schemeClr val="bg2"/>
                </a:solidFill>
              </a:rPr>
              <a:t>Duis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aute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irure</a:t>
            </a:r>
            <a:r>
              <a:rPr lang="it-IT" dirty="0">
                <a:solidFill>
                  <a:schemeClr val="bg2"/>
                </a:solidFill>
              </a:rPr>
              <a:t> dolor in </a:t>
            </a:r>
            <a:r>
              <a:rPr lang="it-IT" dirty="0" err="1">
                <a:solidFill>
                  <a:schemeClr val="bg2"/>
                </a:solidFill>
              </a:rPr>
              <a:t>reprehenderit</a:t>
            </a:r>
            <a:r>
              <a:rPr lang="it-IT" dirty="0">
                <a:solidFill>
                  <a:schemeClr val="bg2"/>
                </a:solidFill>
              </a:rPr>
              <a:t> in </a:t>
            </a:r>
            <a:r>
              <a:rPr lang="it-IT" dirty="0" err="1">
                <a:solidFill>
                  <a:schemeClr val="bg2"/>
                </a:solidFill>
              </a:rPr>
              <a:t>voluptate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velit</a:t>
            </a:r>
            <a:r>
              <a:rPr lang="it-IT" dirty="0">
                <a:solidFill>
                  <a:schemeClr val="bg2"/>
                </a:solidFill>
              </a:rPr>
              <a:t> esse </a:t>
            </a:r>
            <a:r>
              <a:rPr lang="it-IT" dirty="0" err="1">
                <a:solidFill>
                  <a:schemeClr val="bg2"/>
                </a:solidFill>
              </a:rPr>
              <a:t>cillum</a:t>
            </a:r>
            <a:r>
              <a:rPr lang="it-IT" dirty="0">
                <a:solidFill>
                  <a:schemeClr val="bg2"/>
                </a:solidFill>
              </a:rPr>
              <a:t> dolore </a:t>
            </a:r>
            <a:r>
              <a:rPr lang="it-IT" dirty="0" err="1">
                <a:solidFill>
                  <a:schemeClr val="bg2"/>
                </a:solidFill>
              </a:rPr>
              <a:t>eu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fugiat</a:t>
            </a:r>
            <a:r>
              <a:rPr lang="it-IT" dirty="0">
                <a:solidFill>
                  <a:schemeClr val="bg2"/>
                </a:solidFill>
              </a:rPr>
              <a:t> nulla </a:t>
            </a:r>
            <a:r>
              <a:rPr lang="it-IT" dirty="0" err="1">
                <a:solidFill>
                  <a:schemeClr val="bg2"/>
                </a:solidFill>
              </a:rPr>
              <a:t>pariatur</a:t>
            </a:r>
            <a:r>
              <a:rPr lang="it-IT" dirty="0">
                <a:solidFill>
                  <a:schemeClr val="bg2"/>
                </a:solidFill>
              </a:rPr>
              <a:t>. </a:t>
            </a:r>
          </a:p>
          <a:p>
            <a:pPr marL="0" indent="0">
              <a:buNone/>
            </a:pPr>
            <a:r>
              <a:rPr lang="it-IT" dirty="0" err="1">
                <a:solidFill>
                  <a:schemeClr val="bg2"/>
                </a:solidFill>
              </a:rPr>
              <a:t>Excepteur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sint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occaecat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cupidatat</a:t>
            </a:r>
            <a:r>
              <a:rPr lang="it-IT" dirty="0">
                <a:solidFill>
                  <a:schemeClr val="bg2"/>
                </a:solidFill>
              </a:rPr>
              <a:t> non </a:t>
            </a:r>
            <a:r>
              <a:rPr lang="it-IT" dirty="0" err="1">
                <a:solidFill>
                  <a:schemeClr val="bg2"/>
                </a:solidFill>
              </a:rPr>
              <a:t>proident</a:t>
            </a:r>
            <a:r>
              <a:rPr lang="it-IT" dirty="0">
                <a:solidFill>
                  <a:schemeClr val="bg2"/>
                </a:solidFill>
              </a:rPr>
              <a:t>, </a:t>
            </a:r>
            <a:r>
              <a:rPr lang="it-IT" dirty="0" err="1">
                <a:solidFill>
                  <a:schemeClr val="bg2"/>
                </a:solidFill>
              </a:rPr>
              <a:t>sunt</a:t>
            </a:r>
            <a:r>
              <a:rPr lang="it-IT" dirty="0">
                <a:solidFill>
                  <a:schemeClr val="bg2"/>
                </a:solidFill>
              </a:rPr>
              <a:t> in culpa qui officia </a:t>
            </a:r>
            <a:r>
              <a:rPr lang="it-IT" dirty="0" err="1">
                <a:solidFill>
                  <a:schemeClr val="bg2"/>
                </a:solidFill>
              </a:rPr>
              <a:t>deserunt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mollit</a:t>
            </a:r>
            <a:r>
              <a:rPr lang="it-IT" dirty="0">
                <a:solidFill>
                  <a:schemeClr val="bg2"/>
                </a:solidFill>
              </a:rPr>
              <a:t> </a:t>
            </a:r>
            <a:r>
              <a:rPr lang="it-IT" dirty="0" err="1">
                <a:solidFill>
                  <a:schemeClr val="bg2"/>
                </a:solidFill>
              </a:rPr>
              <a:t>anim</a:t>
            </a:r>
            <a:r>
              <a:rPr lang="it-IT" dirty="0">
                <a:solidFill>
                  <a:schemeClr val="bg2"/>
                </a:solidFill>
              </a:rPr>
              <a:t> id est </a:t>
            </a:r>
            <a:r>
              <a:rPr lang="it-IT" dirty="0" err="1">
                <a:solidFill>
                  <a:schemeClr val="bg2"/>
                </a:solidFill>
              </a:rPr>
              <a:t>laborum</a:t>
            </a:r>
            <a:r>
              <a:rPr lang="it-IT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5F79EEC-3656-1EF9-052B-4FA0D30122FF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chemeClr val="bg2"/>
                </a:solidFill>
              </a:rPr>
              <a:t>//</a:t>
            </a:r>
          </a:p>
          <a:p>
            <a:pPr algn="r"/>
            <a:endParaRPr lang="it-IT" dirty="0">
              <a:solidFill>
                <a:schemeClr val="bg2"/>
              </a:solidFill>
            </a:endParaRP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87515941-BDD1-1E8B-C43D-7EEFF1F2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chemeClr val="bg2"/>
                </a:solidFill>
              </a:rPr>
              <a:t>Titolo del documento</a:t>
            </a:r>
            <a:endParaRPr lang="it-IT" sz="800" dirty="0">
              <a:solidFill>
                <a:schemeClr val="bg2"/>
              </a:solidFill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901D246-79E2-E171-E4F9-06F83E52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 dirty="0">
                <a:solidFill>
                  <a:schemeClr val="bg1"/>
                </a:solidFill>
              </a:rPr>
              <a:t>02/12/25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365F6941-2525-7DEB-8C96-21C61F56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</a:rPr>
              <a:t>// </a:t>
            </a:r>
            <a:fld id="{B0379C00-A7F0-FC4A-A315-5F593AF20193}" type="slidenum">
              <a:rPr lang="it-IT" smtClean="0">
                <a:solidFill>
                  <a:schemeClr val="bg1"/>
                </a:solidFill>
              </a:rPr>
              <a:pPr algn="l"/>
              <a:t>7</a:t>
            </a:fld>
            <a:r>
              <a:rPr lang="it-IT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072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69C-6770-0E81-D4C9-796464B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0921D-0A38-123B-DA7A-14462D06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Slide titolo + testo a 2 colonne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7AC5BF-CF10-F52F-6EDC-D89023C3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4897438" cy="395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/>
              <a:t>Ut </a:t>
            </a:r>
            <a:r>
              <a:rPr lang="it-IT" dirty="0" err="1"/>
              <a:t>enim</a:t>
            </a:r>
            <a:r>
              <a:rPr lang="it-IT" dirty="0"/>
              <a:t> ad </a:t>
            </a:r>
            <a:r>
              <a:rPr lang="it-IT" dirty="0" err="1"/>
              <a:t>minim</a:t>
            </a:r>
            <a:r>
              <a:rPr lang="it-IT" dirty="0"/>
              <a:t> </a:t>
            </a:r>
            <a:r>
              <a:rPr lang="it-IT" dirty="0" err="1"/>
              <a:t>veniam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nostrud</a:t>
            </a:r>
            <a:r>
              <a:rPr lang="it-IT" dirty="0"/>
              <a:t> </a:t>
            </a:r>
            <a:r>
              <a:rPr lang="it-IT" dirty="0" err="1"/>
              <a:t>exercitation</a:t>
            </a:r>
            <a:r>
              <a:rPr lang="it-IT" dirty="0"/>
              <a:t> </a:t>
            </a:r>
            <a:r>
              <a:rPr lang="it-IT" dirty="0" err="1"/>
              <a:t>ullamco</a:t>
            </a:r>
            <a:r>
              <a:rPr lang="it-IT" dirty="0"/>
              <a:t> </a:t>
            </a:r>
            <a:r>
              <a:rPr lang="it-IT" dirty="0" err="1"/>
              <a:t>laboris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ut </a:t>
            </a:r>
            <a:r>
              <a:rPr lang="it-IT" dirty="0" err="1"/>
              <a:t>aliquip</a:t>
            </a:r>
            <a:r>
              <a:rPr lang="it-IT" dirty="0"/>
              <a:t> ex ea commodo </a:t>
            </a:r>
            <a:r>
              <a:rPr lang="it-IT" dirty="0" err="1"/>
              <a:t>consequat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aute</a:t>
            </a:r>
            <a:r>
              <a:rPr lang="it-IT" dirty="0"/>
              <a:t> </a:t>
            </a:r>
            <a:r>
              <a:rPr lang="it-IT" dirty="0" err="1"/>
              <a:t>irure</a:t>
            </a:r>
            <a:r>
              <a:rPr lang="it-IT" dirty="0"/>
              <a:t> dolor in </a:t>
            </a:r>
            <a:r>
              <a:rPr lang="it-IT" dirty="0" err="1"/>
              <a:t>reprehenderit</a:t>
            </a:r>
            <a:r>
              <a:rPr lang="it-IT" dirty="0"/>
              <a:t> in </a:t>
            </a:r>
            <a:r>
              <a:rPr lang="it-IT" dirty="0" err="1"/>
              <a:t>voluptate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esse </a:t>
            </a:r>
            <a:r>
              <a:rPr lang="it-IT" dirty="0" err="1"/>
              <a:t>cillum</a:t>
            </a:r>
            <a:r>
              <a:rPr lang="it-IT" dirty="0"/>
              <a:t> dolore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fugiat</a:t>
            </a:r>
            <a:r>
              <a:rPr lang="it-IT" dirty="0"/>
              <a:t> nulla </a:t>
            </a:r>
            <a:r>
              <a:rPr lang="it-IT" dirty="0" err="1"/>
              <a:t>pariatur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962063A-C6C5-CA24-DAA1-EF3FB954B25B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44AEBDE-5A20-2B23-B956-2AD9710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Titolo del documento</a:t>
            </a:r>
            <a:endParaRPr lang="it-IT" sz="80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CAEF88-5086-68A8-986D-8119CC89D192}"/>
              </a:ext>
            </a:extLst>
          </p:cNvPr>
          <p:cNvSpPr txBox="1">
            <a:spLocks/>
          </p:cNvSpPr>
          <p:nvPr/>
        </p:nvSpPr>
        <p:spPr>
          <a:xfrm>
            <a:off x="6383338" y="2357438"/>
            <a:ext cx="4897437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Ut </a:t>
            </a:r>
            <a:r>
              <a:rPr lang="it-IT" dirty="0" err="1"/>
              <a:t>enim</a:t>
            </a:r>
            <a:r>
              <a:rPr lang="it-IT" dirty="0"/>
              <a:t> ad </a:t>
            </a:r>
            <a:r>
              <a:rPr lang="it-IT" dirty="0" err="1"/>
              <a:t>minim</a:t>
            </a:r>
            <a:r>
              <a:rPr lang="it-IT" dirty="0"/>
              <a:t> </a:t>
            </a:r>
            <a:r>
              <a:rPr lang="it-IT" dirty="0" err="1"/>
              <a:t>veniam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nostrud</a:t>
            </a:r>
            <a:r>
              <a:rPr lang="it-IT" dirty="0"/>
              <a:t> </a:t>
            </a:r>
            <a:r>
              <a:rPr lang="it-IT" dirty="0" err="1"/>
              <a:t>exercitation</a:t>
            </a:r>
            <a:r>
              <a:rPr lang="it-IT" dirty="0"/>
              <a:t> </a:t>
            </a:r>
            <a:r>
              <a:rPr lang="it-IT" dirty="0" err="1"/>
              <a:t>ullamco</a:t>
            </a:r>
            <a:r>
              <a:rPr lang="it-IT" dirty="0"/>
              <a:t> </a:t>
            </a:r>
            <a:r>
              <a:rPr lang="it-IT" dirty="0" err="1"/>
              <a:t>laboris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ut </a:t>
            </a:r>
            <a:r>
              <a:rPr lang="it-IT" dirty="0" err="1"/>
              <a:t>aliquip</a:t>
            </a:r>
            <a:r>
              <a:rPr lang="it-IT" dirty="0"/>
              <a:t> ex ea commodo </a:t>
            </a:r>
            <a:r>
              <a:rPr lang="it-IT" dirty="0" err="1"/>
              <a:t>consequat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aute</a:t>
            </a:r>
            <a:r>
              <a:rPr lang="it-IT" dirty="0"/>
              <a:t> </a:t>
            </a:r>
            <a:r>
              <a:rPr lang="it-IT" dirty="0" err="1"/>
              <a:t>irure</a:t>
            </a:r>
            <a:r>
              <a:rPr lang="it-IT" dirty="0"/>
              <a:t> dolor in </a:t>
            </a:r>
            <a:r>
              <a:rPr lang="it-IT" dirty="0" err="1"/>
              <a:t>reprehenderit</a:t>
            </a:r>
            <a:r>
              <a:rPr lang="it-IT" dirty="0"/>
              <a:t> in </a:t>
            </a:r>
            <a:r>
              <a:rPr lang="it-IT" dirty="0" err="1"/>
              <a:t>voluptate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esse </a:t>
            </a:r>
            <a:r>
              <a:rPr lang="it-IT" dirty="0" err="1"/>
              <a:t>cillum</a:t>
            </a:r>
            <a:r>
              <a:rPr lang="it-IT" dirty="0"/>
              <a:t> dolore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fugiat</a:t>
            </a:r>
            <a:r>
              <a:rPr lang="it-IT" dirty="0"/>
              <a:t> nulla </a:t>
            </a:r>
            <a:r>
              <a:rPr lang="it-IT" dirty="0" err="1"/>
              <a:t>pariatur</a:t>
            </a:r>
            <a:r>
              <a:rPr lang="it-IT" dirty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562DAA-333A-03B0-D37B-996D4124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4DCDE7B-3E8E-D1DA-3373-BF0777AD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8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618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3F32-BD0A-FAEF-BBA3-9DE9D715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218E5-FC0D-4310-88F6-24E931B4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Slide titolo + 3 blocchi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D2566A6-B337-C26C-AE7A-A8804419BD98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F6DE5A58-F3AF-BEF8-D0B3-3709ECBA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del documento</a:t>
            </a:r>
            <a:endParaRPr lang="it-IT" sz="8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26981B-6C7F-078D-7A23-D6F4B227F5BF}"/>
              </a:ext>
            </a:extLst>
          </p:cNvPr>
          <p:cNvSpPr/>
          <p:nvPr/>
        </p:nvSpPr>
        <p:spPr>
          <a:xfrm>
            <a:off x="334963" y="1819275"/>
            <a:ext cx="3673475" cy="4489449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74A79AD-6319-C9C5-8464-29A68B23E0DB}"/>
              </a:ext>
            </a:extLst>
          </p:cNvPr>
          <p:cNvSpPr/>
          <p:nvPr/>
        </p:nvSpPr>
        <p:spPr>
          <a:xfrm>
            <a:off x="4224338" y="1808163"/>
            <a:ext cx="374332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62BFFFB-9F68-4AD2-BF81-789F620C1F9A}"/>
              </a:ext>
            </a:extLst>
          </p:cNvPr>
          <p:cNvSpPr/>
          <p:nvPr/>
        </p:nvSpPr>
        <p:spPr>
          <a:xfrm>
            <a:off x="8183563" y="1808163"/>
            <a:ext cx="367347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3D7A904-B472-D5A1-A541-871956E91FFC}"/>
              </a:ext>
            </a:extLst>
          </p:cNvPr>
          <p:cNvSpPr/>
          <p:nvPr/>
        </p:nvSpPr>
        <p:spPr>
          <a:xfrm>
            <a:off x="334963" y="1808163"/>
            <a:ext cx="3673475" cy="541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1B56A20-392F-CCD0-7387-B1C07BF9F0B3}"/>
              </a:ext>
            </a:extLst>
          </p:cNvPr>
          <p:cNvSpPr/>
          <p:nvPr/>
        </p:nvSpPr>
        <p:spPr>
          <a:xfrm>
            <a:off x="334963" y="1808163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Rethink Sans ExtraBold" pitchFamily="2" charset="77"/>
              </a:rPr>
              <a:t>TITOLO BLOCCO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7B19D36-16FE-39F9-A37E-E1FF971000E7}"/>
              </a:ext>
            </a:extLst>
          </p:cNvPr>
          <p:cNvSpPr/>
          <p:nvPr/>
        </p:nvSpPr>
        <p:spPr>
          <a:xfrm>
            <a:off x="334963" y="2525711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Lorem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ipsum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sit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amet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consectetur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adipiscing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sed 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eiusmod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tempor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incididunt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labore et dolore magna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aliqua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ad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minim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veniam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quis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nostrud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exercitation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ullamco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laboris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nisi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aliquip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ex ea commodo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consequat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Duis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aute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irure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reprehenderit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voluptate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esse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cillum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eu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fugiat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nulla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pariatur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9CB4A64-DC1B-CE05-3A45-87E946BFD2CF}"/>
              </a:ext>
            </a:extLst>
          </p:cNvPr>
          <p:cNvSpPr/>
          <p:nvPr/>
        </p:nvSpPr>
        <p:spPr>
          <a:xfrm>
            <a:off x="4234919" y="1819275"/>
            <a:ext cx="3732744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Rethink Sans ExtraBold" pitchFamily="2" charset="77"/>
              </a:rPr>
              <a:t>TITOLO BLOCCO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F509AF1-6BFF-EE37-41C6-66F895423088}"/>
              </a:ext>
            </a:extLst>
          </p:cNvPr>
          <p:cNvSpPr/>
          <p:nvPr/>
        </p:nvSpPr>
        <p:spPr>
          <a:xfrm>
            <a:off x="4234919" y="2536823"/>
            <a:ext cx="3732744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Lorem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ipsum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sit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amet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consectetur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adipiscing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sed 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eiusmod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tempor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incididunt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labore et dolore magna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aliqua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ad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minim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veniam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quis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nostrud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exercitation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ullamco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laboris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nisi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aliquip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ex ea commodo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consequat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Duis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aute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irure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reprehenderit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voluptate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esse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cillum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eu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fugiat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nulla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pariatur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DBABED6-B25E-6C98-240C-71863A5E570C}"/>
              </a:ext>
            </a:extLst>
          </p:cNvPr>
          <p:cNvSpPr/>
          <p:nvPr/>
        </p:nvSpPr>
        <p:spPr>
          <a:xfrm>
            <a:off x="8183563" y="1808164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Rethink Sans ExtraBold" pitchFamily="2" charset="77"/>
              </a:rPr>
              <a:t>TITOLO BLOCCO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10D6808-C6DA-182A-AF90-FF066B63DBAF}"/>
              </a:ext>
            </a:extLst>
          </p:cNvPr>
          <p:cNvSpPr/>
          <p:nvPr/>
        </p:nvSpPr>
        <p:spPr>
          <a:xfrm>
            <a:off x="8183563" y="2525712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Lorem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ipsum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sit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amet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consectetur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adipiscing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sed 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eiusmod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tempor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incididunt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labore et dolore magna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aliqua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ad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minim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veniam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,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quis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nostrud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exercitation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ullamco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laboris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nisi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ut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aliquip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ex ea commodo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consequat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  <a:p>
            <a:endParaRPr lang="it-IT" sz="1600" dirty="0">
              <a:solidFill>
                <a:schemeClr val="bg2">
                  <a:lumMod val="10000"/>
                </a:schemeClr>
              </a:solidFill>
              <a:latin typeface="Rethink Sans" pitchFamily="2" charset="77"/>
            </a:endParaRPr>
          </a:p>
          <a:p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Duis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aute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irure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reprehenderit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in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voluptate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velit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esse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cillum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dolore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eu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fugiat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 nulla </a:t>
            </a:r>
            <a:r>
              <a:rPr lang="it-IT" sz="1600" dirty="0" err="1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pariatur</a:t>
            </a:r>
            <a:r>
              <a:rPr lang="it-IT" sz="1600" dirty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rPr>
              <a:t>. </a:t>
            </a:r>
          </a:p>
        </p:txBody>
      </p:sp>
      <p:sp>
        <p:nvSpPr>
          <p:cNvPr id="25" name="Segnaposto data 24">
            <a:extLst>
              <a:ext uri="{FF2B5EF4-FFF2-40B4-BE49-F238E27FC236}">
                <a16:creationId xmlns:a16="http://schemas.microsoft.com/office/drawing/2014/main" id="{C92DC988-969F-9B97-A907-9785B674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26" name="Segnaposto numero diapositiva 25">
            <a:extLst>
              <a:ext uri="{FF2B5EF4-FFF2-40B4-BE49-F238E27FC236}">
                <a16:creationId xmlns:a16="http://schemas.microsoft.com/office/drawing/2014/main" id="{9C8093F0-83DC-C5CB-AF31-5103B77A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9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146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6945-3098-AA77-B126-2B2866ACE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E854BA-3218-3060-E9A0-89C5B2A8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3097212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Slide titolo + 3 blocchi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FAC8BA6-9F91-D177-C731-EF8084D632B2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573F2394-0BC7-02B3-1D4E-E7869A9E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del documento</a:t>
            </a:r>
            <a:endParaRPr lang="it-IT" sz="8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35C0095-CFCD-AAE5-08B9-2C2C66C361A7}"/>
              </a:ext>
            </a:extLst>
          </p:cNvPr>
          <p:cNvSpPr/>
          <p:nvPr/>
        </p:nvSpPr>
        <p:spPr>
          <a:xfrm>
            <a:off x="334963" y="1808163"/>
            <a:ext cx="3673475" cy="541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DAF6926-DB93-5EA8-58EE-DF33D03F3A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28" t="25409" r="19053" b="22781"/>
          <a:stretch>
            <a:fillRect/>
          </a:stretch>
        </p:blipFill>
        <p:spPr>
          <a:xfrm>
            <a:off x="4224338" y="441324"/>
            <a:ext cx="3743325" cy="287972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E8730D9-ADCE-B493-A08C-49327EFCDD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11" r="26881" b="23279"/>
          <a:stretch>
            <a:fillRect/>
          </a:stretch>
        </p:blipFill>
        <p:spPr>
          <a:xfrm>
            <a:off x="4224338" y="3536950"/>
            <a:ext cx="3743325" cy="287972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DA8411F-D78F-714C-E983-E96586D31D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28" t="25409" r="19053" b="22781"/>
          <a:stretch>
            <a:fillRect/>
          </a:stretch>
        </p:blipFill>
        <p:spPr>
          <a:xfrm>
            <a:off x="8183563" y="441325"/>
            <a:ext cx="3743325" cy="287972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45573603-EE54-5BF3-A6BC-DC10A556AE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11" r="26881" b="23279"/>
          <a:stretch>
            <a:fillRect/>
          </a:stretch>
        </p:blipFill>
        <p:spPr>
          <a:xfrm>
            <a:off x="8183563" y="3536950"/>
            <a:ext cx="3743325" cy="2879725"/>
          </a:xfrm>
          <a:prstGeom prst="rect">
            <a:avLst/>
          </a:prstGeom>
        </p:spPr>
      </p:pic>
      <p:sp>
        <p:nvSpPr>
          <p:cNvPr id="19" name="Segnaposto contenuto 2">
            <a:extLst>
              <a:ext uri="{FF2B5EF4-FFF2-40B4-BE49-F238E27FC236}">
                <a16:creationId xmlns:a16="http://schemas.microsoft.com/office/drawing/2014/main" id="{078C9451-B7EF-A479-0D9A-329608B1D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3097213" cy="395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, sed do </a:t>
            </a:r>
            <a:r>
              <a:rPr lang="it-IT" dirty="0" err="1"/>
              <a:t>eiusmod</a:t>
            </a:r>
            <a:r>
              <a:rPr lang="it-IT" dirty="0"/>
              <a:t>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incididunt</a:t>
            </a:r>
            <a:r>
              <a:rPr lang="it-IT" dirty="0"/>
              <a:t> ut labore et dolore magna </a:t>
            </a:r>
            <a:r>
              <a:rPr lang="it-IT" dirty="0" err="1"/>
              <a:t>aliqua</a:t>
            </a:r>
            <a:r>
              <a:rPr lang="it-IT" dirty="0"/>
              <a:t>. </a:t>
            </a:r>
          </a:p>
          <a:p>
            <a:pPr marL="0" indent="0">
              <a:buNone/>
            </a:pPr>
            <a:r>
              <a:rPr lang="it-IT" dirty="0" err="1"/>
              <a:t>Excepteur</a:t>
            </a:r>
            <a:r>
              <a:rPr lang="it-IT" dirty="0"/>
              <a:t> </a:t>
            </a:r>
            <a:r>
              <a:rPr lang="it-IT" dirty="0" err="1"/>
              <a:t>sint</a:t>
            </a:r>
            <a:r>
              <a:rPr lang="it-IT" dirty="0"/>
              <a:t> </a:t>
            </a:r>
            <a:r>
              <a:rPr lang="it-IT" dirty="0" err="1"/>
              <a:t>occaecat</a:t>
            </a:r>
            <a:r>
              <a:rPr lang="it-IT" dirty="0"/>
              <a:t> </a:t>
            </a:r>
            <a:r>
              <a:rPr lang="it-IT" dirty="0" err="1"/>
              <a:t>cupidatat</a:t>
            </a:r>
            <a:r>
              <a:rPr lang="it-IT" dirty="0"/>
              <a:t> non </a:t>
            </a:r>
            <a:r>
              <a:rPr lang="it-IT" dirty="0" err="1"/>
              <a:t>proident</a:t>
            </a:r>
            <a:r>
              <a:rPr lang="it-IT" dirty="0"/>
              <a:t>, </a:t>
            </a:r>
            <a:r>
              <a:rPr lang="it-IT" dirty="0" err="1"/>
              <a:t>sunt</a:t>
            </a:r>
            <a:r>
              <a:rPr lang="it-IT" dirty="0"/>
              <a:t> in culpa qui officia </a:t>
            </a:r>
            <a:r>
              <a:rPr lang="it-IT" dirty="0" err="1"/>
              <a:t>deserunt</a:t>
            </a:r>
            <a:r>
              <a:rPr lang="it-IT" dirty="0"/>
              <a:t> </a:t>
            </a:r>
            <a:r>
              <a:rPr lang="it-IT" dirty="0" err="1"/>
              <a:t>mollit</a:t>
            </a:r>
            <a:r>
              <a:rPr lang="it-IT" dirty="0"/>
              <a:t> </a:t>
            </a:r>
            <a:r>
              <a:rPr lang="it-IT" dirty="0" err="1"/>
              <a:t>anim</a:t>
            </a:r>
            <a:r>
              <a:rPr lang="it-IT" dirty="0"/>
              <a:t> id est </a:t>
            </a:r>
            <a:r>
              <a:rPr lang="it-IT" dirty="0" err="1"/>
              <a:t>laborum</a:t>
            </a:r>
            <a:r>
              <a:rPr lang="it-IT" dirty="0"/>
              <a:t>.</a:t>
            </a:r>
          </a:p>
        </p:txBody>
      </p:sp>
      <p:sp>
        <p:nvSpPr>
          <p:cNvPr id="20" name="Segnaposto data 19">
            <a:extLst>
              <a:ext uri="{FF2B5EF4-FFF2-40B4-BE49-F238E27FC236}">
                <a16:creationId xmlns:a16="http://schemas.microsoft.com/office/drawing/2014/main" id="{88492177-B4C8-5124-E28E-33AC5F7D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10D07137-C947-5576-FFD4-C7D0106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10</a:t>
            </a:fld>
            <a:r>
              <a:rPr lang="it-IT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603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50A2-4939-512E-7329-FA6B55A5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3B83C5-5351-EA6E-97D7-AB374556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3097212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Contatti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84C2465-B9AD-E377-3A60-6083B2657DA5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5A6E1783-E742-59CE-1111-A3AD1948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del documento</a:t>
            </a:r>
            <a:endParaRPr lang="it-IT" sz="8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29F37E5-4FF1-2104-4A9A-4DFC90CDA705}"/>
              </a:ext>
            </a:extLst>
          </p:cNvPr>
          <p:cNvSpPr/>
          <p:nvPr/>
        </p:nvSpPr>
        <p:spPr>
          <a:xfrm>
            <a:off x="334963" y="1808163"/>
            <a:ext cx="3673475" cy="541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Segnaposto contenuto 2">
            <a:extLst>
              <a:ext uri="{FF2B5EF4-FFF2-40B4-BE49-F238E27FC236}">
                <a16:creationId xmlns:a16="http://schemas.microsoft.com/office/drawing/2014/main" id="{7D27FBD1-13DF-362A-7DE8-0E4CD9F9F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528888"/>
            <a:ext cx="4897438" cy="3779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Web</a:t>
            </a:r>
            <a:br>
              <a:rPr lang="it-IT" dirty="0"/>
            </a:br>
            <a:r>
              <a:rPr lang="it-IT" b="1" dirty="0" err="1"/>
              <a:t>thetisit.com</a:t>
            </a:r>
            <a:br>
              <a:rPr lang="it-IT" dirty="0"/>
            </a:br>
            <a:br>
              <a:rPr lang="it-IT" dirty="0"/>
            </a:br>
            <a:r>
              <a:rPr lang="it-IT" dirty="0"/>
              <a:t>Email</a:t>
            </a:r>
            <a:br>
              <a:rPr lang="it-IT" dirty="0"/>
            </a:br>
            <a:r>
              <a:rPr lang="it-IT" b="1" dirty="0" err="1"/>
              <a:t>contact@thetisit.com</a:t>
            </a:r>
            <a:r>
              <a:rPr lang="it-IT" b="1" dirty="0"/>
              <a:t>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Tel</a:t>
            </a:r>
            <a:br>
              <a:rPr lang="it-IT" dirty="0"/>
            </a:br>
            <a:r>
              <a:rPr lang="it-IT" b="1" dirty="0"/>
              <a:t>+39 041 5095040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Indirizzo</a:t>
            </a:r>
            <a:br>
              <a:rPr lang="it-IT" dirty="0"/>
            </a:br>
            <a:r>
              <a:rPr lang="it-IT" dirty="0"/>
              <a:t>Parco Scientifico e Tecnologico VEGA, Edificio Auriga, Via delle Industrie 9 - 30175, Venezia – Italia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20" name="Segnaposto data 19">
            <a:extLst>
              <a:ext uri="{FF2B5EF4-FFF2-40B4-BE49-F238E27FC236}">
                <a16:creationId xmlns:a16="http://schemas.microsoft.com/office/drawing/2014/main" id="{C4B51C14-79DE-E0AC-E7AD-5883269A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B5BF78E5-2196-9677-51AF-C3203B01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11</a:t>
            </a:fld>
            <a:r>
              <a:rPr lang="it-IT"/>
              <a:t> 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79FB020-7439-7727-E604-262456720A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83563" y="3144184"/>
            <a:ext cx="3097211" cy="316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BD01A-156B-7C72-A8B7-4BE53173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ED2E54-DC9D-709C-E408-9AA6174D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Icone specifiche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D7AFF0B-4F8B-549D-B695-434CF3A1EF40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112DCDB0-1D17-BBEC-582F-57676D63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Titolo del documento</a:t>
            </a:r>
            <a:endParaRPr lang="it-IT" sz="80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6C8206C-D128-3534-DF4B-36DD4EDC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EAA29C1-D1BE-C050-94E2-519FC1C6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12</a:t>
            </a:fld>
            <a:r>
              <a:rPr lang="it-IT"/>
              <a:t> 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096BB91-1A96-2835-30FC-AC5A7D396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2" y="3337378"/>
            <a:ext cx="1153886" cy="115388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D2A3AEEE-EDD1-66AF-9C2C-5E7001B7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91" y="3337378"/>
            <a:ext cx="1153886" cy="1153886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5A650A7-E58F-33C3-2E73-706E571A3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500" y="3337378"/>
            <a:ext cx="1153886" cy="115388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E9AC583-AC4A-05EE-B7C7-F1AAF9088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609" y="3337378"/>
            <a:ext cx="1153886" cy="1153886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B69EEF41-7A55-310B-FFC2-A6A58C573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718" y="3337378"/>
            <a:ext cx="1153886" cy="1153886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CD49C9CD-6BE6-F3AE-8270-4EF617CB2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827" y="3337378"/>
            <a:ext cx="1153886" cy="115388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27AEE7A5-9A90-F9E4-9FDE-60BCCA5A22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936" y="3337378"/>
            <a:ext cx="1153886" cy="1153886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A2D1FD38-6E39-561E-72E0-A6689EBD58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045" y="3337378"/>
            <a:ext cx="1153886" cy="1153886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EAC57EBD-B5B2-3F3B-D4E8-C8C75A4DB9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3152" y="3337378"/>
            <a:ext cx="1153886" cy="115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4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6363-BB89-8CA6-21D8-2D270E13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6A34E5-AFD7-4EEC-0AB2-5C40A227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 pitchFamily="2" charset="77"/>
              </a:rPr>
              <a:t>Icone generiche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E335697-F6F1-AD1A-7742-587B3F6869B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97FDBDD6-AAC6-D949-446B-B05E5393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Titolo del documento</a:t>
            </a:r>
            <a:endParaRPr lang="it-IT" sz="80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83B301E-E880-41AE-ADCB-38B60CB9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0907668-3474-18AE-BC56-6F98F5BE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>// </a:t>
            </a:r>
            <a:fld id="{B0379C00-A7F0-FC4A-A315-5F593AF20193}" type="slidenum">
              <a:rPr lang="it-IT" smtClean="0"/>
              <a:pPr algn="l"/>
              <a:t>13</a:t>
            </a:fld>
            <a:r>
              <a:rPr lang="it-IT"/>
              <a:t> 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C35AAC-CFB3-DC4D-C6CC-BC2B69786C3D}"/>
              </a:ext>
            </a:extLst>
          </p:cNvPr>
          <p:cNvSpPr txBox="1"/>
          <p:nvPr/>
        </p:nvSpPr>
        <p:spPr>
          <a:xfrm>
            <a:off x="910880" y="1808163"/>
            <a:ext cx="1036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fonts.google.com</a:t>
            </a:r>
            <a:r>
              <a:rPr lang="it-IT" dirty="0"/>
              <a:t>/</a:t>
            </a:r>
            <a:r>
              <a:rPr lang="it-IT" dirty="0" err="1"/>
              <a:t>icons?icon.size</a:t>
            </a:r>
            <a:r>
              <a:rPr lang="it-IT" dirty="0"/>
              <a:t>=24&amp;icon.color=%230048ff&amp;icon.platform=web</a:t>
            </a:r>
          </a:p>
        </p:txBody>
      </p:sp>
    </p:spTree>
    <p:extLst>
      <p:ext uri="{BB962C8B-B14F-4D97-AF65-F5344CB8AC3E}">
        <p14:creationId xmlns:p14="http://schemas.microsoft.com/office/powerpoint/2010/main" val="2347235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het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48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EDD1F445677B4695AEED732DF4A616" ma:contentTypeVersion="19" ma:contentTypeDescription="Creare un nuovo documento." ma:contentTypeScope="" ma:versionID="915f79d0b120f3577495915b57654407">
  <xsd:schema xmlns:xsd="http://www.w3.org/2001/XMLSchema" xmlns:xs="http://www.w3.org/2001/XMLSchema" xmlns:p="http://schemas.microsoft.com/office/2006/metadata/properties" xmlns:ns2="96db727a-4316-426e-9e20-b7690bb78a50" xmlns:ns3="119e1e62-d0b5-4272-a8ba-8d0f4feb38dc" targetNamespace="http://schemas.microsoft.com/office/2006/metadata/properties" ma:root="true" ma:fieldsID="6e8759881944cb6b008df3bb0ab1635a" ns2:_="" ns3:_="">
    <xsd:import namespace="96db727a-4316-426e-9e20-b7690bb78a50"/>
    <xsd:import namespace="119e1e62-d0b5-4272-a8ba-8d0f4feb3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b727a-4316-426e-9e20-b7690bb78a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44812905-c9bb-4a91-83fa-61610946b3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9e1e62-d0b5-4272-a8ba-8d0f4feb38d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79038f-c75c-4d84-a81a-f961a2a32004}" ma:internalName="TaxCatchAll" ma:showField="CatchAllData" ma:web="119e1e62-d0b5-4272-a8ba-8d0f4feb38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db727a-4316-426e-9e20-b7690bb78a50">
      <Terms xmlns="http://schemas.microsoft.com/office/infopath/2007/PartnerControls"/>
    </lcf76f155ced4ddcb4097134ff3c332f>
    <TaxCatchAll xmlns="119e1e62-d0b5-4272-a8ba-8d0f4feb38dc" xsi:nil="true"/>
  </documentManagement>
</p:properties>
</file>

<file path=customXml/itemProps1.xml><?xml version="1.0" encoding="utf-8"?>
<ds:datastoreItem xmlns:ds="http://schemas.openxmlformats.org/officeDocument/2006/customXml" ds:itemID="{D7EFFF66-228E-40BB-B697-EC764B41F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F9D6AD-3287-4B0F-9A20-0470A901E36D}"/>
</file>

<file path=customXml/itemProps3.xml><?xml version="1.0" encoding="utf-8"?>
<ds:datastoreItem xmlns:ds="http://schemas.openxmlformats.org/officeDocument/2006/customXml" ds:itemID="{703AF81B-1B87-442A-BE32-7308C14798D3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119e1e62-d0b5-4272-a8ba-8d0f4feb38dc"/>
    <ds:schemaRef ds:uri="http://schemas.openxmlformats.org/package/2006/metadata/core-properties"/>
    <ds:schemaRef ds:uri="96db727a-4316-426e-9e20-b7690bb78a5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6280</TotalTime>
  <Words>980</Words>
  <Application>Microsoft Macintosh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Aptos</vt:lpstr>
      <vt:lpstr>Arial</vt:lpstr>
      <vt:lpstr>Rethink Sans</vt:lpstr>
      <vt:lpstr>Rethink Sans ExtraBold</vt:lpstr>
      <vt:lpstr>Sometype Mono</vt:lpstr>
      <vt:lpstr>Tema di Office</vt:lpstr>
      <vt:lpstr>TITOLO PRESENTAZIONE</vt:lpstr>
      <vt:lpstr>TITOLO PRESENTAZIONE</vt:lpstr>
      <vt:lpstr>Slide titolo + paragrafo di testo</vt:lpstr>
      <vt:lpstr>Indice / agenda</vt:lpstr>
      <vt:lpstr>Slide testo largo + immagine lato</vt:lpstr>
      <vt:lpstr>Slide testo +  immagine grande</vt:lpstr>
      <vt:lpstr>Slide testo su immagine a tutto campo</vt:lpstr>
      <vt:lpstr>Slide titolo + testo a 2 colonne</vt:lpstr>
      <vt:lpstr>Slide titolo + 3 blocchi</vt:lpstr>
      <vt:lpstr>Slide titolo + 3 blocchi</vt:lpstr>
      <vt:lpstr>Contatti</vt:lpstr>
      <vt:lpstr>Icone specifiche</vt:lpstr>
      <vt:lpstr>Icone generiche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Toffanello</dc:creator>
  <cp:lastModifiedBy>Andrea Toffanello</cp:lastModifiedBy>
  <cp:revision>1</cp:revision>
  <dcterms:created xsi:type="dcterms:W3CDTF">2025-11-28T15:21:19Z</dcterms:created>
  <dcterms:modified xsi:type="dcterms:W3CDTF">2026-02-17T12:54:28Z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0x010100DEEDD1F445677B4695AEED732DF4A616</vt:lpwstr>
  </property>
  <property fmtid="{D5CDD505-2E9C-101B-9397-08002B2CF9AE}" pid="3" name="MediaServiceImageTags">
    <vt:lpwstr/>
  </property>
</Properties>
</file>